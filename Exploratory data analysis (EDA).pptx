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C\Downloads\FNB%20QYF%20Case%20Study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C\Downloads\FNB%20QYF%20Case%20Study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MC\Downloads\FNB%20QYF%20Case%20Study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[FNB QYF Case Study data.xlsx]Sheet22!PivotTable21</c:name>
    <c:fmtId val="4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>
                <a:effectLst/>
              </a:rPr>
              <a:t>actual and expected defaults for each percentile.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Sheet22!$B$1</c:f>
              <c:strCache>
                <c:ptCount val="1"/>
                <c:pt idx="0">
                  <c:v>Actual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Sheet22!$A$2:$A$85</c:f>
              <c:strCache>
                <c:ptCount val="83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  <c:pt idx="12">
                  <c:v>20</c:v>
                </c:pt>
                <c:pt idx="13">
                  <c:v>21</c:v>
                </c:pt>
                <c:pt idx="14">
                  <c:v>25</c:v>
                </c:pt>
                <c:pt idx="15">
                  <c:v>26</c:v>
                </c:pt>
                <c:pt idx="16">
                  <c:v>27</c:v>
                </c:pt>
                <c:pt idx="17">
                  <c:v>28</c:v>
                </c:pt>
                <c:pt idx="18">
                  <c:v>29</c:v>
                </c:pt>
                <c:pt idx="19">
                  <c:v>30</c:v>
                </c:pt>
                <c:pt idx="20">
                  <c:v>31</c:v>
                </c:pt>
                <c:pt idx="21">
                  <c:v>32</c:v>
                </c:pt>
                <c:pt idx="22">
                  <c:v>33</c:v>
                </c:pt>
                <c:pt idx="23">
                  <c:v>34</c:v>
                </c:pt>
                <c:pt idx="24">
                  <c:v>35</c:v>
                </c:pt>
                <c:pt idx="25">
                  <c:v>36</c:v>
                </c:pt>
                <c:pt idx="26">
                  <c:v>37</c:v>
                </c:pt>
                <c:pt idx="27">
                  <c:v>38</c:v>
                </c:pt>
                <c:pt idx="28">
                  <c:v>39</c:v>
                </c:pt>
                <c:pt idx="29">
                  <c:v>40</c:v>
                </c:pt>
                <c:pt idx="30">
                  <c:v>41</c:v>
                </c:pt>
                <c:pt idx="31">
                  <c:v>42</c:v>
                </c:pt>
                <c:pt idx="32">
                  <c:v>43</c:v>
                </c:pt>
                <c:pt idx="33">
                  <c:v>44</c:v>
                </c:pt>
                <c:pt idx="34">
                  <c:v>45</c:v>
                </c:pt>
                <c:pt idx="35">
                  <c:v>46</c:v>
                </c:pt>
                <c:pt idx="36">
                  <c:v>47</c:v>
                </c:pt>
                <c:pt idx="37">
                  <c:v>48</c:v>
                </c:pt>
                <c:pt idx="38">
                  <c:v>49</c:v>
                </c:pt>
                <c:pt idx="39">
                  <c:v>50</c:v>
                </c:pt>
                <c:pt idx="40">
                  <c:v>51</c:v>
                </c:pt>
                <c:pt idx="41">
                  <c:v>52</c:v>
                </c:pt>
                <c:pt idx="42">
                  <c:v>53</c:v>
                </c:pt>
                <c:pt idx="43">
                  <c:v>54</c:v>
                </c:pt>
                <c:pt idx="44">
                  <c:v>55</c:v>
                </c:pt>
                <c:pt idx="45">
                  <c:v>56</c:v>
                </c:pt>
                <c:pt idx="46">
                  <c:v>57</c:v>
                </c:pt>
                <c:pt idx="47">
                  <c:v>58</c:v>
                </c:pt>
                <c:pt idx="48">
                  <c:v>59</c:v>
                </c:pt>
                <c:pt idx="49">
                  <c:v>60</c:v>
                </c:pt>
                <c:pt idx="50">
                  <c:v>61</c:v>
                </c:pt>
                <c:pt idx="51">
                  <c:v>62</c:v>
                </c:pt>
                <c:pt idx="52">
                  <c:v>63</c:v>
                </c:pt>
                <c:pt idx="53">
                  <c:v>64</c:v>
                </c:pt>
                <c:pt idx="54">
                  <c:v>65</c:v>
                </c:pt>
                <c:pt idx="55">
                  <c:v>66</c:v>
                </c:pt>
                <c:pt idx="56">
                  <c:v>67</c:v>
                </c:pt>
                <c:pt idx="57">
                  <c:v>68</c:v>
                </c:pt>
                <c:pt idx="58">
                  <c:v>69</c:v>
                </c:pt>
                <c:pt idx="59">
                  <c:v>70</c:v>
                </c:pt>
                <c:pt idx="60">
                  <c:v>71</c:v>
                </c:pt>
                <c:pt idx="61">
                  <c:v>72</c:v>
                </c:pt>
                <c:pt idx="62">
                  <c:v>73</c:v>
                </c:pt>
                <c:pt idx="63">
                  <c:v>74</c:v>
                </c:pt>
                <c:pt idx="64">
                  <c:v>75</c:v>
                </c:pt>
                <c:pt idx="65">
                  <c:v>76</c:v>
                </c:pt>
                <c:pt idx="66">
                  <c:v>77</c:v>
                </c:pt>
                <c:pt idx="67">
                  <c:v>78</c:v>
                </c:pt>
                <c:pt idx="68">
                  <c:v>79</c:v>
                </c:pt>
                <c:pt idx="69">
                  <c:v>80</c:v>
                </c:pt>
                <c:pt idx="70">
                  <c:v>81</c:v>
                </c:pt>
                <c:pt idx="71">
                  <c:v>82</c:v>
                </c:pt>
                <c:pt idx="72">
                  <c:v>83</c:v>
                </c:pt>
                <c:pt idx="73">
                  <c:v>84</c:v>
                </c:pt>
                <c:pt idx="74">
                  <c:v>85</c:v>
                </c:pt>
                <c:pt idx="75">
                  <c:v>86</c:v>
                </c:pt>
                <c:pt idx="76">
                  <c:v>87</c:v>
                </c:pt>
                <c:pt idx="77">
                  <c:v>88</c:v>
                </c:pt>
                <c:pt idx="78">
                  <c:v>89</c:v>
                </c:pt>
                <c:pt idx="79">
                  <c:v>90</c:v>
                </c:pt>
                <c:pt idx="80">
                  <c:v>91</c:v>
                </c:pt>
                <c:pt idx="81">
                  <c:v>94</c:v>
                </c:pt>
                <c:pt idx="82">
                  <c:v>(blank)</c:v>
                </c:pt>
              </c:strCache>
            </c:strRef>
          </c:cat>
          <c:val>
            <c:numRef>
              <c:f>Sheet22!$B$2:$B$85</c:f>
              <c:numCache>
                <c:formatCode>General</c:formatCode>
                <c:ptCount val="8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0</c:v>
                </c:pt>
                <c:pt idx="28">
                  <c:v>4</c:v>
                </c:pt>
                <c:pt idx="29">
                  <c:v>2</c:v>
                </c:pt>
                <c:pt idx="30">
                  <c:v>4</c:v>
                </c:pt>
                <c:pt idx="31">
                  <c:v>4</c:v>
                </c:pt>
                <c:pt idx="32">
                  <c:v>1</c:v>
                </c:pt>
                <c:pt idx="33">
                  <c:v>15</c:v>
                </c:pt>
                <c:pt idx="34">
                  <c:v>8</c:v>
                </c:pt>
                <c:pt idx="35">
                  <c:v>8</c:v>
                </c:pt>
                <c:pt idx="36">
                  <c:v>9</c:v>
                </c:pt>
                <c:pt idx="37">
                  <c:v>5</c:v>
                </c:pt>
                <c:pt idx="38">
                  <c:v>8</c:v>
                </c:pt>
                <c:pt idx="39">
                  <c:v>7</c:v>
                </c:pt>
                <c:pt idx="40">
                  <c:v>19</c:v>
                </c:pt>
                <c:pt idx="41">
                  <c:v>18</c:v>
                </c:pt>
                <c:pt idx="42">
                  <c:v>17</c:v>
                </c:pt>
                <c:pt idx="43">
                  <c:v>19</c:v>
                </c:pt>
                <c:pt idx="44">
                  <c:v>34</c:v>
                </c:pt>
                <c:pt idx="45">
                  <c:v>30</c:v>
                </c:pt>
                <c:pt idx="46">
                  <c:v>36</c:v>
                </c:pt>
                <c:pt idx="47">
                  <c:v>26</c:v>
                </c:pt>
                <c:pt idx="48">
                  <c:v>38</c:v>
                </c:pt>
                <c:pt idx="49">
                  <c:v>30</c:v>
                </c:pt>
                <c:pt idx="50">
                  <c:v>49</c:v>
                </c:pt>
                <c:pt idx="51">
                  <c:v>27</c:v>
                </c:pt>
                <c:pt idx="52">
                  <c:v>56</c:v>
                </c:pt>
                <c:pt idx="53">
                  <c:v>34</c:v>
                </c:pt>
                <c:pt idx="54">
                  <c:v>51</c:v>
                </c:pt>
                <c:pt idx="55">
                  <c:v>66</c:v>
                </c:pt>
                <c:pt idx="56">
                  <c:v>48</c:v>
                </c:pt>
                <c:pt idx="57">
                  <c:v>51</c:v>
                </c:pt>
                <c:pt idx="58">
                  <c:v>58</c:v>
                </c:pt>
                <c:pt idx="59">
                  <c:v>58</c:v>
                </c:pt>
                <c:pt idx="60">
                  <c:v>61</c:v>
                </c:pt>
                <c:pt idx="61">
                  <c:v>58</c:v>
                </c:pt>
                <c:pt idx="62">
                  <c:v>61</c:v>
                </c:pt>
                <c:pt idx="63">
                  <c:v>53</c:v>
                </c:pt>
                <c:pt idx="64">
                  <c:v>68</c:v>
                </c:pt>
                <c:pt idx="65">
                  <c:v>58</c:v>
                </c:pt>
                <c:pt idx="66">
                  <c:v>78</c:v>
                </c:pt>
                <c:pt idx="67">
                  <c:v>80</c:v>
                </c:pt>
                <c:pt idx="68">
                  <c:v>40</c:v>
                </c:pt>
                <c:pt idx="69">
                  <c:v>29</c:v>
                </c:pt>
                <c:pt idx="70">
                  <c:v>95</c:v>
                </c:pt>
                <c:pt idx="71">
                  <c:v>108</c:v>
                </c:pt>
                <c:pt idx="72">
                  <c:v>100</c:v>
                </c:pt>
                <c:pt idx="73">
                  <c:v>158</c:v>
                </c:pt>
                <c:pt idx="74">
                  <c:v>93</c:v>
                </c:pt>
                <c:pt idx="75">
                  <c:v>294</c:v>
                </c:pt>
                <c:pt idx="76">
                  <c:v>616</c:v>
                </c:pt>
                <c:pt idx="77">
                  <c:v>960</c:v>
                </c:pt>
                <c:pt idx="78">
                  <c:v>755</c:v>
                </c:pt>
                <c:pt idx="79">
                  <c:v>155</c:v>
                </c:pt>
                <c:pt idx="80">
                  <c:v>124</c:v>
                </c:pt>
                <c:pt idx="8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40-45E0-8148-14672E997468}"/>
            </c:ext>
          </c:extLst>
        </c:ser>
        <c:ser>
          <c:idx val="1"/>
          <c:order val="1"/>
          <c:tx>
            <c:strRef>
              <c:f>Sheet22!$C$1</c:f>
              <c:strCache>
                <c:ptCount val="1"/>
                <c:pt idx="0">
                  <c:v>Expected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Sheet22!$A$2:$A$85</c:f>
              <c:strCache>
                <c:ptCount val="83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  <c:pt idx="12">
                  <c:v>20</c:v>
                </c:pt>
                <c:pt idx="13">
                  <c:v>21</c:v>
                </c:pt>
                <c:pt idx="14">
                  <c:v>25</c:v>
                </c:pt>
                <c:pt idx="15">
                  <c:v>26</c:v>
                </c:pt>
                <c:pt idx="16">
                  <c:v>27</c:v>
                </c:pt>
                <c:pt idx="17">
                  <c:v>28</c:v>
                </c:pt>
                <c:pt idx="18">
                  <c:v>29</c:v>
                </c:pt>
                <c:pt idx="19">
                  <c:v>30</c:v>
                </c:pt>
                <c:pt idx="20">
                  <c:v>31</c:v>
                </c:pt>
                <c:pt idx="21">
                  <c:v>32</c:v>
                </c:pt>
                <c:pt idx="22">
                  <c:v>33</c:v>
                </c:pt>
                <c:pt idx="23">
                  <c:v>34</c:v>
                </c:pt>
                <c:pt idx="24">
                  <c:v>35</c:v>
                </c:pt>
                <c:pt idx="25">
                  <c:v>36</c:v>
                </c:pt>
                <c:pt idx="26">
                  <c:v>37</c:v>
                </c:pt>
                <c:pt idx="27">
                  <c:v>38</c:v>
                </c:pt>
                <c:pt idx="28">
                  <c:v>39</c:v>
                </c:pt>
                <c:pt idx="29">
                  <c:v>40</c:v>
                </c:pt>
                <c:pt idx="30">
                  <c:v>41</c:v>
                </c:pt>
                <c:pt idx="31">
                  <c:v>42</c:v>
                </c:pt>
                <c:pt idx="32">
                  <c:v>43</c:v>
                </c:pt>
                <c:pt idx="33">
                  <c:v>44</c:v>
                </c:pt>
                <c:pt idx="34">
                  <c:v>45</c:v>
                </c:pt>
                <c:pt idx="35">
                  <c:v>46</c:v>
                </c:pt>
                <c:pt idx="36">
                  <c:v>47</c:v>
                </c:pt>
                <c:pt idx="37">
                  <c:v>48</c:v>
                </c:pt>
                <c:pt idx="38">
                  <c:v>49</c:v>
                </c:pt>
                <c:pt idx="39">
                  <c:v>50</c:v>
                </c:pt>
                <c:pt idx="40">
                  <c:v>51</c:v>
                </c:pt>
                <c:pt idx="41">
                  <c:v>52</c:v>
                </c:pt>
                <c:pt idx="42">
                  <c:v>53</c:v>
                </c:pt>
                <c:pt idx="43">
                  <c:v>54</c:v>
                </c:pt>
                <c:pt idx="44">
                  <c:v>55</c:v>
                </c:pt>
                <c:pt idx="45">
                  <c:v>56</c:v>
                </c:pt>
                <c:pt idx="46">
                  <c:v>57</c:v>
                </c:pt>
                <c:pt idx="47">
                  <c:v>58</c:v>
                </c:pt>
                <c:pt idx="48">
                  <c:v>59</c:v>
                </c:pt>
                <c:pt idx="49">
                  <c:v>60</c:v>
                </c:pt>
                <c:pt idx="50">
                  <c:v>61</c:v>
                </c:pt>
                <c:pt idx="51">
                  <c:v>62</c:v>
                </c:pt>
                <c:pt idx="52">
                  <c:v>63</c:v>
                </c:pt>
                <c:pt idx="53">
                  <c:v>64</c:v>
                </c:pt>
                <c:pt idx="54">
                  <c:v>65</c:v>
                </c:pt>
                <c:pt idx="55">
                  <c:v>66</c:v>
                </c:pt>
                <c:pt idx="56">
                  <c:v>67</c:v>
                </c:pt>
                <c:pt idx="57">
                  <c:v>68</c:v>
                </c:pt>
                <c:pt idx="58">
                  <c:v>69</c:v>
                </c:pt>
                <c:pt idx="59">
                  <c:v>70</c:v>
                </c:pt>
                <c:pt idx="60">
                  <c:v>71</c:v>
                </c:pt>
                <c:pt idx="61">
                  <c:v>72</c:v>
                </c:pt>
                <c:pt idx="62">
                  <c:v>73</c:v>
                </c:pt>
                <c:pt idx="63">
                  <c:v>74</c:v>
                </c:pt>
                <c:pt idx="64">
                  <c:v>75</c:v>
                </c:pt>
                <c:pt idx="65">
                  <c:v>76</c:v>
                </c:pt>
                <c:pt idx="66">
                  <c:v>77</c:v>
                </c:pt>
                <c:pt idx="67">
                  <c:v>78</c:v>
                </c:pt>
                <c:pt idx="68">
                  <c:v>79</c:v>
                </c:pt>
                <c:pt idx="69">
                  <c:v>80</c:v>
                </c:pt>
                <c:pt idx="70">
                  <c:v>81</c:v>
                </c:pt>
                <c:pt idx="71">
                  <c:v>82</c:v>
                </c:pt>
                <c:pt idx="72">
                  <c:v>83</c:v>
                </c:pt>
                <c:pt idx="73">
                  <c:v>84</c:v>
                </c:pt>
                <c:pt idx="74">
                  <c:v>85</c:v>
                </c:pt>
                <c:pt idx="75">
                  <c:v>86</c:v>
                </c:pt>
                <c:pt idx="76">
                  <c:v>87</c:v>
                </c:pt>
                <c:pt idx="77">
                  <c:v>88</c:v>
                </c:pt>
                <c:pt idx="78">
                  <c:v>89</c:v>
                </c:pt>
                <c:pt idx="79">
                  <c:v>90</c:v>
                </c:pt>
                <c:pt idx="80">
                  <c:v>91</c:v>
                </c:pt>
                <c:pt idx="81">
                  <c:v>94</c:v>
                </c:pt>
                <c:pt idx="82">
                  <c:v>(blank)</c:v>
                </c:pt>
              </c:strCache>
            </c:strRef>
          </c:cat>
          <c:val>
            <c:numRef>
              <c:f>Sheet22!$C$2:$C$85</c:f>
              <c:numCache>
                <c:formatCode>General</c:formatCode>
                <c:ptCount val="83"/>
                <c:pt idx="0">
                  <c:v>3.4402069390313927E-4</c:v>
                </c:pt>
                <c:pt idx="1">
                  <c:v>1.61517667217357E-2</c:v>
                </c:pt>
                <c:pt idx="2">
                  <c:v>5.8989151494150155E-2</c:v>
                </c:pt>
                <c:pt idx="3">
                  <c:v>0.1627133498236519</c:v>
                </c:pt>
                <c:pt idx="4">
                  <c:v>9.3247363431625568E-2</c:v>
                </c:pt>
                <c:pt idx="5">
                  <c:v>9.8345368513177031E-2</c:v>
                </c:pt>
                <c:pt idx="6">
                  <c:v>0.21433005614669681</c:v>
                </c:pt>
                <c:pt idx="7">
                  <c:v>0.24066334474343765</c:v>
                </c:pt>
                <c:pt idx="8">
                  <c:v>0.15776289292873633</c:v>
                </c:pt>
                <c:pt idx="9">
                  <c:v>0.33748217931605917</c:v>
                </c:pt>
                <c:pt idx="10">
                  <c:v>0.53947725119544765</c:v>
                </c:pt>
                <c:pt idx="11">
                  <c:v>0.38104587050208411</c:v>
                </c:pt>
                <c:pt idx="12">
                  <c:v>0.59558304342636048</c:v>
                </c:pt>
                <c:pt idx="13">
                  <c:v>0.42193917478959037</c:v>
                </c:pt>
                <c:pt idx="14">
                  <c:v>1.7536004467668875</c:v>
                </c:pt>
                <c:pt idx="15">
                  <c:v>2.0854642023653791</c:v>
                </c:pt>
                <c:pt idx="16">
                  <c:v>2.1777627887478928</c:v>
                </c:pt>
                <c:pt idx="17">
                  <c:v>0.83052573907711202</c:v>
                </c:pt>
                <c:pt idx="18">
                  <c:v>2.3418024487937292</c:v>
                </c:pt>
                <c:pt idx="19">
                  <c:v>1.8010151733297557</c:v>
                </c:pt>
                <c:pt idx="20">
                  <c:v>4.0327022509048245</c:v>
                </c:pt>
                <c:pt idx="21">
                  <c:v>3.5278059057920519</c:v>
                </c:pt>
                <c:pt idx="22">
                  <c:v>1.6482787586918406</c:v>
                </c:pt>
                <c:pt idx="23">
                  <c:v>9.5417476923528834</c:v>
                </c:pt>
                <c:pt idx="24">
                  <c:v>10.787170170025629</c:v>
                </c:pt>
                <c:pt idx="25">
                  <c:v>8.3354869020704108</c:v>
                </c:pt>
                <c:pt idx="26">
                  <c:v>11.85213421036681</c:v>
                </c:pt>
                <c:pt idx="27">
                  <c:v>10.985750103152352</c:v>
                </c:pt>
                <c:pt idx="28">
                  <c:v>12.499099592963471</c:v>
                </c:pt>
                <c:pt idx="29">
                  <c:v>16.065753108647424</c:v>
                </c:pt>
                <c:pt idx="30">
                  <c:v>19.685607852129664</c:v>
                </c:pt>
                <c:pt idx="31">
                  <c:v>28.931126649764515</c:v>
                </c:pt>
                <c:pt idx="32">
                  <c:v>9.9251717882316566</c:v>
                </c:pt>
                <c:pt idx="33">
                  <c:v>39.192479521893738</c:v>
                </c:pt>
                <c:pt idx="34">
                  <c:v>25.192486275512945</c:v>
                </c:pt>
                <c:pt idx="35">
                  <c:v>36.306145908906672</c:v>
                </c:pt>
                <c:pt idx="36">
                  <c:v>32.535293064677056</c:v>
                </c:pt>
                <c:pt idx="37">
                  <c:v>44.059451413532052</c:v>
                </c:pt>
                <c:pt idx="38">
                  <c:v>48.507463636817135</c:v>
                </c:pt>
                <c:pt idx="39">
                  <c:v>53.388499964611619</c:v>
                </c:pt>
                <c:pt idx="40">
                  <c:v>61.265320708830323</c:v>
                </c:pt>
                <c:pt idx="41">
                  <c:v>79.949109436141882</c:v>
                </c:pt>
                <c:pt idx="42">
                  <c:v>89.163262979498541</c:v>
                </c:pt>
                <c:pt idx="43">
                  <c:v>79.337834294840107</c:v>
                </c:pt>
                <c:pt idx="44">
                  <c:v>120.71309279948483</c:v>
                </c:pt>
                <c:pt idx="45">
                  <c:v>91.334563565384542</c:v>
                </c:pt>
                <c:pt idx="46">
                  <c:v>112.89080002071579</c:v>
                </c:pt>
                <c:pt idx="47">
                  <c:v>98.569641448931478</c:v>
                </c:pt>
                <c:pt idx="48">
                  <c:v>125.12097241326542</c:v>
                </c:pt>
                <c:pt idx="49">
                  <c:v>106.8657886602502</c:v>
                </c:pt>
                <c:pt idx="50">
                  <c:v>149.30190760258623</c:v>
                </c:pt>
                <c:pt idx="51">
                  <c:v>89.223239498351745</c:v>
                </c:pt>
                <c:pt idx="52">
                  <c:v>159.19096464379354</c:v>
                </c:pt>
                <c:pt idx="53">
                  <c:v>137.00562715178728</c:v>
                </c:pt>
                <c:pt idx="54">
                  <c:v>129.4330717199293</c:v>
                </c:pt>
                <c:pt idx="55">
                  <c:v>205.21649629795485</c:v>
                </c:pt>
                <c:pt idx="56">
                  <c:v>139.8382073615083</c:v>
                </c:pt>
                <c:pt idx="57">
                  <c:v>106.08226821724469</c:v>
                </c:pt>
                <c:pt idx="58">
                  <c:v>142.58345340881982</c:v>
                </c:pt>
                <c:pt idx="59">
                  <c:v>123.43234373605212</c:v>
                </c:pt>
                <c:pt idx="60">
                  <c:v>114.18327405373023</c:v>
                </c:pt>
                <c:pt idx="61">
                  <c:v>79.902511349473158</c:v>
                </c:pt>
                <c:pt idx="62">
                  <c:v>88.261837912225587</c:v>
                </c:pt>
                <c:pt idx="63">
                  <c:v>82.222893829128409</c:v>
                </c:pt>
                <c:pt idx="64">
                  <c:v>91.332689134826964</c:v>
                </c:pt>
                <c:pt idx="65">
                  <c:v>73.751854648103219</c:v>
                </c:pt>
                <c:pt idx="66">
                  <c:v>100.08062372719363</c:v>
                </c:pt>
                <c:pt idx="67">
                  <c:v>99.19062078662752</c:v>
                </c:pt>
                <c:pt idx="68">
                  <c:v>52.825645104202273</c:v>
                </c:pt>
                <c:pt idx="69">
                  <c:v>44.8595610705338</c:v>
                </c:pt>
                <c:pt idx="70">
                  <c:v>111.16694581997544</c:v>
                </c:pt>
                <c:pt idx="71">
                  <c:v>151.5342625477046</c:v>
                </c:pt>
                <c:pt idx="72">
                  <c:v>126.59712007292958</c:v>
                </c:pt>
                <c:pt idx="73">
                  <c:v>212.21756520358858</c:v>
                </c:pt>
                <c:pt idx="74">
                  <c:v>126.87354561895549</c:v>
                </c:pt>
                <c:pt idx="75">
                  <c:v>312.53796164931509</c:v>
                </c:pt>
                <c:pt idx="76">
                  <c:v>604.36489801125924</c:v>
                </c:pt>
                <c:pt idx="77">
                  <c:v>880.02919844612461</c:v>
                </c:pt>
                <c:pt idx="78">
                  <c:v>691.9984889952309</c:v>
                </c:pt>
                <c:pt idx="79">
                  <c:v>142.28077015448326</c:v>
                </c:pt>
                <c:pt idx="80">
                  <c:v>116.20362665367645</c:v>
                </c:pt>
                <c:pt idx="81">
                  <c:v>0.94350049280133941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40-45E0-8148-14672E9974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4374847"/>
        <c:axId val="107501263"/>
      </c:lineChart>
      <c:catAx>
        <c:axId val="12443748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</a:rPr>
                  <a:t>percentile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501263"/>
        <c:crosses val="autoZero"/>
        <c:auto val="1"/>
        <c:lblAlgn val="ctr"/>
        <c:lblOffset val="100"/>
        <c:noMultiLvlLbl val="0"/>
      </c:catAx>
      <c:valAx>
        <c:axId val="10750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Actual</a:t>
                </a:r>
                <a:r>
                  <a:rPr lang="en-ZA" baseline="0"/>
                  <a:t> &amp; expected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374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FPR against TPR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Bonus!$J$1</c:f>
              <c:strCache>
                <c:ptCount val="1"/>
                <c:pt idx="0">
                  <c:v>FPR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Bonus!$I:$I</c:f>
              <c:strCache>
                <c:ptCount val="101"/>
                <c:pt idx="0">
                  <c:v>TPR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0,999795</c:v>
                </c:pt>
                <c:pt idx="11">
                  <c:v>0,999795</c:v>
                </c:pt>
                <c:pt idx="12">
                  <c:v>0,999795</c:v>
                </c:pt>
                <c:pt idx="13">
                  <c:v>0,999795</c:v>
                </c:pt>
                <c:pt idx="14">
                  <c:v>0,999795</c:v>
                </c:pt>
                <c:pt idx="15">
                  <c:v>0,999795</c:v>
                </c:pt>
                <c:pt idx="16">
                  <c:v>0,999795</c:v>
                </c:pt>
                <c:pt idx="17">
                  <c:v>0,999591</c:v>
                </c:pt>
                <c:pt idx="18">
                  <c:v>0,999591</c:v>
                </c:pt>
                <c:pt idx="19">
                  <c:v>0,998772</c:v>
                </c:pt>
                <c:pt idx="25">
                  <c:v>0,991406</c:v>
                </c:pt>
                <c:pt idx="30">
                  <c:v>0,984858</c:v>
                </c:pt>
                <c:pt idx="35">
                  <c:v>0,973808</c:v>
                </c:pt>
                <c:pt idx="40">
                  <c:v>0,959689</c:v>
                </c:pt>
                <c:pt idx="45">
                  <c:v>0,940454</c:v>
                </c:pt>
                <c:pt idx="50">
                  <c:v>0,919173</c:v>
                </c:pt>
                <c:pt idx="55">
                  <c:v>0,88807</c:v>
                </c:pt>
                <c:pt idx="60">
                  <c:v>0,849601</c:v>
                </c:pt>
                <c:pt idx="65">
                  <c:v>0,771025</c:v>
                </c:pt>
                <c:pt idx="70">
                  <c:v>0,703704</c:v>
                </c:pt>
                <c:pt idx="75">
                  <c:v>0,640884</c:v>
                </c:pt>
                <c:pt idx="80">
                  <c:v>0,587272</c:v>
                </c:pt>
                <c:pt idx="85">
                  <c:v>0,430939</c:v>
                </c:pt>
                <c:pt idx="90">
                  <c:v>0,200123</c:v>
                </c:pt>
                <c:pt idx="95">
                  <c:v>0,010436</c:v>
                </c:pt>
                <c:pt idx="100">
                  <c:v>0</c:v>
                </c:pt>
              </c:strCache>
            </c:strRef>
          </c:xVal>
          <c:yVal>
            <c:numRef>
              <c:f>Bonus!$J$2:$J$9990</c:f>
              <c:numCache>
                <c:formatCode>General</c:formatCode>
                <c:ptCount val="9989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1.9900000000000001E-4</c:v>
                </c:pt>
                <c:pt idx="10">
                  <c:v>1.9900000000000001E-4</c:v>
                </c:pt>
                <c:pt idx="11">
                  <c:v>1.9900000000000001E-4</c:v>
                </c:pt>
                <c:pt idx="12">
                  <c:v>2.0000000000000001E-4</c:v>
                </c:pt>
                <c:pt idx="13">
                  <c:v>2.0100000000000001E-4</c:v>
                </c:pt>
                <c:pt idx="14">
                  <c:v>2.02E-4</c:v>
                </c:pt>
                <c:pt idx="15">
                  <c:v>2.03E-4</c:v>
                </c:pt>
                <c:pt idx="16">
                  <c:v>4.0900000000000002E-4</c:v>
                </c:pt>
                <c:pt idx="17">
                  <c:v>4.1199999999999999E-4</c:v>
                </c:pt>
                <c:pt idx="18">
                  <c:v>1.24E-3</c:v>
                </c:pt>
                <c:pt idx="24">
                  <c:v>9.1859999999999997E-3</c:v>
                </c:pt>
                <c:pt idx="29">
                  <c:v>1.7346E-2</c:v>
                </c:pt>
                <c:pt idx="34">
                  <c:v>3.2710999999999997E-2</c:v>
                </c:pt>
                <c:pt idx="39">
                  <c:v>5.5212999999999998E-2</c:v>
                </c:pt>
                <c:pt idx="44">
                  <c:v>8.9538000000000006E-2</c:v>
                </c:pt>
                <c:pt idx="49">
                  <c:v>0.137823</c:v>
                </c:pt>
                <c:pt idx="54">
                  <c:v>0.22547400000000001</c:v>
                </c:pt>
                <c:pt idx="59">
                  <c:v>0.36260500000000001</c:v>
                </c:pt>
                <c:pt idx="64">
                  <c:v>0.59584700000000002</c:v>
                </c:pt>
                <c:pt idx="69">
                  <c:v>0.73094400000000004</c:v>
                </c:pt>
                <c:pt idx="74">
                  <c:v>0.83372900000000005</c:v>
                </c:pt>
                <c:pt idx="79">
                  <c:v>0.90774100000000002</c:v>
                </c:pt>
                <c:pt idx="84">
                  <c:v>0.97068100000000002</c:v>
                </c:pt>
                <c:pt idx="89">
                  <c:v>0.99314000000000002</c:v>
                </c:pt>
                <c:pt idx="94">
                  <c:v>0.999587</c:v>
                </c:pt>
                <c:pt idx="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530-486D-98E1-ED7116344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58524831"/>
        <c:axId val="1958392831"/>
      </c:scatterChart>
      <c:valAx>
        <c:axId val="1858524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FPR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8392831"/>
        <c:crosses val="autoZero"/>
        <c:crossBetween val="midCat"/>
      </c:valAx>
      <c:valAx>
        <c:axId val="1958392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TPR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85248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dataset!$B$2:$B$9986</cx:f>
        <cx:lvl ptCount="9985" formatCode="0,0%">
          <cx:pt idx="0">0.50046198306864098</cx:pt>
          <cx:pt idx="1">0.78112557818787098</cx:pt>
          <cx:pt idx="2">0.52135403788012402</cx:pt>
          <cx:pt idx="3">0.59088412318572547</cx:pt>
          <cx:pt idx="4">0.60667390186111791</cx:pt>
          <cx:pt idx="5">0.53542740373517361</cx:pt>
          <cx:pt idx="6">0.82323090631108053</cx:pt>
          <cx:pt idx="7">0.46063307321973812</cx:pt>
          <cx:pt idx="8">0.66342243949896762</cx:pt>
          <cx:pt idx="9">0.35761260467266992</cx:pt>
          <cx:pt idx="10">0.90784000901553863</cx:pt>
          <cx:pt idx="11">0.58515256892604994</cx:pt>
          <cx:pt idx="12">0.79901237590419794</cx:pt>
          <cx:pt idx="13">0.62375822461261343</cx:pt>
          <cx:pt idx="14">0.5746456069044803</cx:pt>
          <cx:pt idx="15">0.41855840067223088</cx:pt>
          <cx:pt idx="16">0.48446747835605675</cx:pt>
          <cx:pt idx="17">0.52842563399829223</cx:pt>
          <cx:pt idx="18">0.71579236610937258</cx:pt>
          <cx:pt idx="19">0.59230288798484743</cx:pt>
          <cx:pt idx="20">0.48103597883132826</cx:pt>
          <cx:pt idx="21">0.48126439311297387</cx:pt>
          <cx:pt idx="22">0.28524500503928596</cx:pt>
          <cx:pt idx="23">0.35930131793615722</cx:pt>
          <cx:pt idx="24">0.34182293115646767</cx:pt>
          <cx:pt idx="25">0.28740209830682567</cx:pt>
          <cx:pt idx="26">0.5422249592942473</cx:pt>
          <cx:pt idx="27">0.62513731382484083</cx:pt>
          <cx:pt idx="28">0.84504516181345979</cx:pt>
          <cx:pt idx="29">0.4568020933683562</cx:pt>
          <cx:pt idx="30">0.50100723199835973</cx:pt>
          <cx:pt idx="31">0.52956323950392981</cx:pt>
          <cx:pt idx="32">0.38386518014131832</cx:pt>
          <cx:pt idx="33">0.20147192764043645</cx:pt>
          <cx:pt idx="34">0.76487538554097612</cx:pt>
          <cx:pt idx="35">0.40263103901692371</cx:pt>
          <cx:pt idx="36">0.43783904990866918</cx:pt>
          <cx:pt idx="37">0.7157929144180194</cx:pt>
          <cx:pt idx="38">0.58738867729833355</cx:pt>
          <cx:pt idx="39">0.87654514089087721</cx:pt>
          <cx:pt idx="40">0.49184491814414849</cx:pt>
          <cx:pt idx="41">0.32239190074437923</cx:pt>
          <cx:pt idx="42">0.57299422780919063</cx:pt>
          <cx:pt idx="43">0.3550056230101053</cx:pt>
          <cx:pt idx="44">0.51696012678953918</cx:pt>
          <cx:pt idx="45">0.39858796340327796</cx:pt>
          <cx:pt idx="46">0.28265206461580539</cx:pt>
          <cx:pt idx="47">0.47898480568888946</cx:pt>
          <cx:pt idx="48">0.77280186897783354</cx:pt>
          <cx:pt idx="49">0.76373873273553572</cx:pt>
          <cx:pt idx="50">0.31841946411702476</cx:pt>
          <cx:pt idx="51">0.32370670078966868</cx:pt>
          <cx:pt idx="52">0.27381657800625675</cx:pt>
          <cx:pt idx="53">0.51374442369767581</cx:pt>
          <cx:pt idx="54">0.29314134299632194</cx:pt>
          <cx:pt idx="55">0.29995229010629532</cx:pt>
          <cx:pt idx="56">0.088190881817277356</cx:pt>
          <cx:pt idx="57">0.19748400174416458</cx:pt>
          <cx:pt idx="58">0.43977794351243044</cx:pt>
          <cx:pt idx="59">0.35238360302595301</cx:pt>
          <cx:pt idx="60">0.38782858087090621</cx:pt>
          <cx:pt idx="61">0.56294163451861279</cx:pt>
          <cx:pt idx="62">0.4226500433226526</cx:pt>
          <cx:pt idx="63">0.34902515556799685</cx:pt>
          <cx:pt idx="64">0.20115387067629439</cx:pt>
          <cx:pt idx="65">0.48437890074057982</cx:pt>
          <cx:pt idx="66">0.73840184696740718</cx:pt>
          <cx:pt idx="67">0.78209007325151436</cx:pt>
          <cx:pt idx="68">0.37656143068022213</cx:pt>
          <cx:pt idx="69">0.53107579752698308</cx:pt>
          <cx:pt idx="70">0.27456385851151865</cx:pt>
          <cx:pt idx="71">0.61166982330668351</cx:pt>
          <cx:pt idx="72">0.27257010356261446</cx:pt>
          <cx:pt idx="73">0.32973161167070503</cx:pt>
          <cx:pt idx="74">0.39922982000861779</cx:pt>
          <cx:pt idx="75">0.84946537123015797</cx:pt>
          <cx:pt idx="76">0.59094079692903678</cx:pt>
          <cx:pt idx="77">0.56146359437538917</cx:pt>
          <cx:pt idx="78">0.45470570437163704</cx:pt>
          <cx:pt idx="79">0.2532239077931685</cx:pt>
          <cx:pt idx="80">0.68864842085044942</cx:pt>
          <cx:pt idx="81">0.21043710529691023</cx:pt>
          <cx:pt idx="82">0.29704127413794473</cx:pt>
          <cx:pt idx="83">0.60218947638739573</cx:pt>
          <cx:pt idx="84">0.52812974806434465</cx:pt>
          <cx:pt idx="85">0.33632172864527959</cx:pt>
          <cx:pt idx="86">0.34499751599402428</cx:pt>
          <cx:pt idx="87">0.84859795105241398</cx:pt>
          <cx:pt idx="88">0.76678616253184229</cx:pt>
          <cx:pt idx="89">0.23055495767274486</cx:pt>
          <cx:pt idx="90">0.58006304568062106</cx:pt>
          <cx:pt idx="91">0.47451427081645092</cx:pt>
          <cx:pt idx="92">0.42580332391844405</cx:pt>
          <cx:pt idx="93">0.19743439075722183</cx:pt>
          <cx:pt idx="94">0.38256525546232389</cx:pt>
          <cx:pt idx="95">0.5548846583646565</cx:pt>
          <cx:pt idx="96">0.48720045149322549</cx:pt>
          <cx:pt idx="97">0.15083118912811222</cx:pt>
          <cx:pt idx="98">0.37446283807621833</cx:pt>
          <cx:pt idx="99">0.62514748943241161</cx:pt>
          <cx:pt idx="100">0.69030699888863767</cx:pt>
          <cx:pt idx="101">0.71069164540942276</cx:pt>
          <cx:pt idx="102">0.14167556862122321</cx:pt>
          <cx:pt idx="103">0.55977357490566693</cx:pt>
          <cx:pt idx="104">0.37930386722436832</cx:pt>
          <cx:pt idx="105">0.52880183335395536</cx:pt>
          <cx:pt idx="106">0.55258729047243871</cx:pt>
          <cx:pt idx="107">0.33869210713460224</cx:pt>
          <cx:pt idx="108">0.19450524512190231</cx:pt>
          <cx:pt idx="109">0.35498181356609804</cx:pt>
          <cx:pt idx="110">0.81261998848929695</cx:pt>
          <cx:pt idx="111">0.56223794279999417</cx:pt>
          <cx:pt idx="112">0.23843191617225379</cx:pt>
          <cx:pt idx="113">0.23162979380080709</cx:pt>
          <cx:pt idx="114">0.31902033564353582</cx:pt>
          <cx:pt idx="115">0.52980182812629739</cx:pt>
          <cx:pt idx="116">0.59029056775303046</cx:pt>
          <cx:pt idx="117">0.52996538216827371</cx:pt>
          <cx:pt idx="118">0.67334087099912665</cx:pt>
          <cx:pt idx="119">0.60375949218429337</cx:pt>
          <cx:pt idx="120">0.60428141513897726</cx:pt>
          <cx:pt idx="121">0.41486058144269511</cx:pt>
          <cx:pt idx="122">0.29190745799466639</cx:pt>
          <cx:pt idx="123">0.28654345124337111</cx:pt>
          <cx:pt idx="124">0.59206447534454865</cx:pt>
          <cx:pt idx="125">0.31254666078783555</cx:pt>
          <cx:pt idx="126">0.49617796289064631</cx:pt>
          <cx:pt idx="127">0.75119942842396759</cx:pt>
          <cx:pt idx="128">0.47810057321316241</cx:pt>
          <cx:pt idx="129">0.4862880674284295</cx:pt>
          <cx:pt idx="130">0.86895683478877983</cx:pt>
          <cx:pt idx="131">0.5171648501104873</cx:pt>
          <cx:pt idx="132">0.43587491189732119</cx:pt>
          <cx:pt idx="133">0.32978524728510733</cx:pt>
          <cx:pt idx="134">0.43756239377999423</cx:pt>
          <cx:pt idx="135">0.42640779805522411</cx:pt>
          <cx:pt idx="136">0.4142265419603306</cx:pt>
          <cx:pt idx="137">0.7810404502026288</cx:pt>
          <cx:pt idx="138">0.83814573018482574</cx:pt>
          <cx:pt idx="139">0.40113029852968957</cx:pt>
          <cx:pt idx="140">0.58991719309508028</cx:pt>
          <cx:pt idx="141">0.59206890972151704</cx:pt>
          <cx:pt idx="142">0.45292847465056846</cx:pt>
          <cx:pt idx="143">0.21652626396363958</cx:pt>
          <cx:pt idx="144">0.51565202343207095</cx:pt>
          <cx:pt idx="145">0.55984387852356943</cx:pt>
          <cx:pt idx="146">0.52766350819140106</cx:pt>
          <cx:pt idx="147">0.1412546991006336</cx:pt>
          <cx:pt idx="148">0.42126290977048902</cx:pt>
          <cx:pt idx="149">0.53609952811851846</cx:pt>
          <cx:pt idx="150">0.49838069858675937</cx:pt>
          <cx:pt idx="151">0.27629609459886656</cx:pt>
          <cx:pt idx="152">0.36724373190326642</cx:pt>
          <cx:pt idx="153">0.66114518857093807</cx:pt>
          <cx:pt idx="154">0.53751947069722428</cx:pt>
          <cx:pt idx="155">0.41571557034725204</cx:pt>
          <cx:pt idx="156">0.46682407921194358</cx:pt>
          <cx:pt idx="157">0.45375837467603275</cx:pt>
          <cx:pt idx="158">0.25497975095599956</cx:pt>
          <cx:pt idx="159">0.53392248784982699</cx:pt>
          <cx:pt idx="160">0.2333548094680834</cx:pt>
          <cx:pt idx="161">0.13942311618395423</cx:pt>
          <cx:pt idx="162">0.38726232045555958</cx:pt>
          <cx:pt idx="163">0.48132467496453218</cx:pt>
          <cx:pt idx="164">0.3456894552385113</cx:pt>
          <cx:pt idx="165">0.20866149817835516</cx:pt>
          <cx:pt idx="166">0.36122162407475178</cx:pt>
          <cx:pt idx="167">0.31256030862046252</cx:pt>
          <cx:pt idx="168">0.5341689350034956</cx:pt>
          <cx:pt idx="169">0.65765783150959223</cx:pt>
          <cx:pt idx="170">0.24424309160611363</cx:pt>
          <cx:pt idx="171">0.13923636100439149</cx:pt>
          <cx:pt idx="172">0.56146538113377309</cx:pt>
          <cx:pt idx="173">0.59175558788528049</cx:pt>
          <cx:pt idx="174">0.69652073130725767</cx:pt>
          <cx:pt idx="175">0.20904571770073518</cx:pt>
          <cx:pt idx="176">0.85935524301800059</cx:pt>
          <cx:pt idx="177">0.73335663530277062</cx:pt>
          <cx:pt idx="178">0.50528106160656738</cx:pt>
          <cx:pt idx="179">0.26920999570352239</cx:pt>
          <cx:pt idx="180">0.60913081842906924</cx:pt>
          <cx:pt idx="181">0.38177909481482214</cx:pt>
          <cx:pt idx="182">0.3621732759365357</cx:pt>
          <cx:pt idx="183">0.63241986351571267</cx:pt>
          <cx:pt idx="184">0.34192627906656403</cx:pt>
          <cx:pt idx="185">0.64159986198666863</cx:pt>
          <cx:pt idx="186">0.56175457681483776</cx:pt>
          <cx:pt idx="187">0.2910969304021146</cx:pt>
          <cx:pt idx="188">0.6175134635593893</cx:pt>
          <cx:pt idx="189">0.21792046567870871</cx:pt>
          <cx:pt idx="190">0.215098217806589</cx:pt>
          <cx:pt idx="191">0.58484163011679058</cx:pt>
          <cx:pt idx="192">0.37251065128724792</cx:pt>
          <cx:pt idx="193">0.44516770144760176</cx:pt>
          <cx:pt idx="194">0.49354020222600486</cx:pt>
          <cx:pt idx="195">0.78170222448006033</cx:pt>
          <cx:pt idx="196">0.53225957119907785</cx:pt>
          <cx:pt idx="197">0.74278941120480546</cx:pt>
          <cx:pt idx="198">0.38232063209214662</cx:pt>
          <cx:pt idx="199">0.51052302477571831</cx:pt>
          <cx:pt idx="200">0.15704904554517551</cx:pt>
          <cx:pt idx="201">0.36860454341448856</cx:pt>
          <cx:pt idx="202">0.61582245229005961</cx:pt>
          <cx:pt idx="203">0.48817792000070526</cx:pt>
          <cx:pt idx="204">0.60996964886292016</cx:pt>
          <cx:pt idx="205">0.45168783199819229</cx:pt>
          <cx:pt idx="206">0.54553412424927339</cx:pt>
          <cx:pt idx="207">0.72619417464080016</cx:pt>
          <cx:pt idx="208">0.43829769177526223</cx:pt>
          <cx:pt idx="209">0.59425233672172584</cx:pt>
          <cx:pt idx="210">0.23558132334110604</cx:pt>
          <cx:pt idx="211">0.55916470072637958</cx:pt>
          <cx:pt idx="212">0.59354591397665102</cx:pt>
          <cx:pt idx="213">0.5036352949032642</cx:pt>
          <cx:pt idx="214">0.42513118072922695</cx:pt>
          <cx:pt idx="215">0.36386703030600293</cx:pt>
          <cx:pt idx="216">0.22098605143443412</cx:pt>
          <cx:pt idx="217">0.33341684794124493</cx:pt>
          <cx:pt idx="218">0.0018807696894401614</cx:pt>
          <cx:pt idx="219">0.42005907931473685</cx:pt>
          <cx:pt idx="220">0.61070438429393237</cx:pt>
          <cx:pt idx="221">0.070085456724868544</cx:pt>
          <cx:pt idx="222">0.48668941876116251</cx:pt>
          <cx:pt idx="223">0.28436625112170455</cx:pt>
          <cx:pt idx="224">0.59471681537669352</cx:pt>
          <cx:pt idx="225">0.48794582877942394</cx:pt>
          <cx:pt idx="226">0.31600371256046583</cx:pt>
          <cx:pt idx="227">0.25666684010777718</cx:pt>
          <cx:pt idx="228">0.55458720180190557</cx:pt>
          <cx:pt idx="229">0.29536944517167835</cx:pt>
          <cx:pt idx="230">0.46777511088373103</cx:pt>
          <cx:pt idx="231">0.56487168258910347</cx:pt>
          <cx:pt idx="232">0.33438478963331392</cx:pt>
          <cx:pt idx="233">0.32922816813736128</cx:pt>
          <cx:pt idx="234">0.11298752642847497</cx:pt>
          <cx:pt idx="235">0.079821903353273868</cx:pt>
          <cx:pt idx="236">0.21659035368546131</cx:pt>
          <cx:pt idx="237">0.23143828102853425</cx:pt>
          <cx:pt idx="238">0.1160858449836238</cx:pt>
          <cx:pt idx="239">0.52515657486063583</cx:pt>
          <cx:pt idx="240">0.6299735735635692</cx:pt>
          <cx:pt idx="241">0.28381388473178037</cx:pt>
          <cx:pt idx="242">0.31210504840286979</cx:pt>
          <cx:pt idx="243">0.55089477385212482</cx:pt>
          <cx:pt idx="244">0.39976973512385067</cx:pt>
          <cx:pt idx="245">0.55845749909600317</cx:pt>
          <cx:pt idx="246">0.33526816631052864</cx:pt>
          <cx:pt idx="247">0.60319024342489358</cx:pt>
          <cx:pt idx="248">0.56750681569970951</cx:pt>
          <cx:pt idx="249">0.46280994688519678</cx:pt>
          <cx:pt idx="250">0.40126993139439388</cx:pt>
          <cx:pt idx="251">0.5393239702249244</cx:pt>
          <cx:pt idx="252">0.31136846659376943</cx:pt>
          <cx:pt idx="253">0.3252133864376191</cx:pt>
          <cx:pt idx="254">0.29089122960652558</cx:pt>
          <cx:pt idx="255">0.52163082634574287</cx:pt>
          <cx:pt idx="256">0.38149610391970123</cx:pt>
          <cx:pt idx="257">0.64195622628545679</cx:pt>
          <cx:pt idx="258">0.72893769053272162</cx:pt>
          <cx:pt idx="259">0.38554878270188803</cx:pt>
          <cx:pt idx="260">0.21559047923204222</cx:pt>
          <cx:pt idx="261">0.59701892835320669</cx:pt>
          <cx:pt idx="262">0.40083368979258188</cx:pt>
          <cx:pt idx="263">0.51675547362142893</cx:pt>
          <cx:pt idx="264">0.24087583216959604</cx:pt>
          <cx:pt idx="265">0.39655594105859659</cx:pt>
          <cx:pt idx="266">0.36662199094829523</cx:pt>
          <cx:pt idx="267">0.36846061308533529</cx:pt>
          <cx:pt idx="268">0.29696319192375714</cx:pt>
          <cx:pt idx="269">0.52362451304911106</cx:pt>
          <cx:pt idx="270">0.80479303118023182</cx:pt>
          <cx:pt idx="271">0.14656725177208607</cx:pt>
          <cx:pt idx="272">0.50904966889715075</cx:pt>
          <cx:pt idx="273">0.49642191203654407</cx:pt>
          <cx:pt idx="274">0.52758090539638203</cx:pt>
          <cx:pt idx="275">0.30328804791099762</cx:pt>
          <cx:pt idx="276">0.37638081962616704</cx:pt>
          <cx:pt idx="277">0.70590966973660185</cx:pt>
          <cx:pt idx="278">0.13721696526149599</cx:pt>
          <cx:pt idx="279">0.43386939248653944</cx:pt>
          <cx:pt idx="280">0.49545943796172809</cx:pt>
          <cx:pt idx="281">0.59249425976156544</cx:pt>
          <cx:pt idx="282">0.89009006960515646</cx:pt>
          <cx:pt idx="283">0.12491466812257426</cx:pt>
          <cx:pt idx="284">0.54720595586984033</cx:pt>
          <cx:pt idx="285">0.53453815908679891</cx:pt>
          <cx:pt idx="286">0.7395763792497293</cx:pt>
          <cx:pt idx="287">0.44191388098381051</cx:pt>
          <cx:pt idx="288">0.63605174330585013</cx:pt>
          <cx:pt idx="289">0.78151250578970388</cx:pt>
          <cx:pt idx="290">0.28381428182509844</cx:pt>
          <cx:pt idx="291">0.54371241559610695</cx:pt>
          <cx:pt idx="292">0.65974263949677892</cx:pt>
          <cx:pt idx="293">0.30267345324053219</cx:pt>
          <cx:pt idx="294">0.33397720544807863</cx:pt>
          <cx:pt idx="295">0.53577520321803418</cx:pt>
          <cx:pt idx="296">0.83873975865579897</cx:pt>
          <cx:pt idx="297">0.26249709591138892</cx:pt>
          <cx:pt idx="298">0.75004437691367842</cx:pt>
          <cx:pt idx="299">0.55403756024662154</cx:pt>
          <cx:pt idx="300">0.58404912560652056</cx:pt>
          <cx:pt idx="301">0.61519230789240498</cx:pt>
          <cx:pt idx="302">0.60114440839626671</cx:pt>
          <cx:pt idx="303">0.52220309254531749</cx:pt>
          <cx:pt idx="304">0.16773812598921128</cx:pt>
          <cx:pt idx="305">0.78054494007996933</cx:pt>
          <cx:pt idx="306">0.46907931313175782</cx:pt>
          <cx:pt idx="307">0.53841275673983191</cx:pt>
          <cx:pt idx="308">0.35082910770795245</cx:pt>
          <cx:pt idx="309">0.23036738161573064</cx:pt>
          <cx:pt idx="310">0.27492968249514876</cx:pt>
          <cx:pt idx="311">0.21267032936773708</cx:pt>
          <cx:pt idx="312">0.21761013350127476</cx:pt>
          <cx:pt idx="313">0.45374022531733565</cx:pt>
          <cx:pt idx="314">0.72644724548357198</cx:pt>
          <cx:pt idx="315">0.50147618872066857</cx:pt>
          <cx:pt idx="316">0.83939734990634063</cx:pt>
          <cx:pt idx="317">0.22956325991793805</cx:pt>
          <cx:pt idx="318">0.66842673066471592</cx:pt>
          <cx:pt idx="319">0.83709402436835423</cx:pt>
          <cx:pt idx="320">0.68838908534724241</cx:pt>
          <cx:pt idx="321">0.46455280480321892</cx:pt>
          <cx:pt idx="322">0.39571569980305893</cx:pt>
          <cx:pt idx="323">0.42560972166131161</cx:pt>
          <cx:pt idx="324">0.54892209557080518</cx:pt>
          <cx:pt idx="325">0.59350068224983077</cx:pt>
          <cx:pt idx="326">0.4969557491490596</cx:pt>
          <cx:pt idx="327">0.71129113857269033</cx:pt>
          <cx:pt idx="328">0.27246467597217217</cx:pt>
          <cx:pt idx="329">0.38975542604809771</cx:pt>
          <cx:pt idx="330">0.63172052720956673</cx:pt>
          <cx:pt idx="331">0.62586678075732394</cx:pt>
          <cx:pt idx="332">0.49543419395972998</cx:pt>
          <cx:pt idx="333">0.39830918104489321</cx:pt>
          <cx:pt idx="334">0.40682836553180868</cx:pt>
          <cx:pt idx="335">0.56722872372387478</cx:pt>
          <cx:pt idx="336">0.49764662114610342</cx:pt>
          <cx:pt idx="337">0.22289308140378389</cx:pt>
          <cx:pt idx="338">0.3729771828034536</cx:pt>
          <cx:pt idx="339">0.43752979901672656</cx:pt>
          <cx:pt idx="340">0.41879953118682234</cx:pt>
          <cx:pt idx="341">0.47095537846137225</cx:pt>
          <cx:pt idx="342">0.28016300633158564</cx:pt>
          <cx:pt idx="343">0.46786385591034885</cx:pt>
          <cx:pt idx="344">0.10600214520484411</cx:pt>
          <cx:pt idx="345">0.18480961656994818</cx:pt>
          <cx:pt idx="346">0.5730770989039583</cx:pt>
          <cx:pt idx="347">0.4786877063390006</cx:pt>
          <cx:pt idx="348">0.39436871771290111</cx:pt>
          <cx:pt idx="349">0.16410097023178327</cx:pt>
          <cx:pt idx="350">0.16844277926932344</cx:pt>
          <cx:pt idx="351">0.31661537117467259</cx:pt>
          <cx:pt idx="352">0.27830011564703105</cx:pt>
          <cx:pt idx="353">0.57426000399246657</cx:pt>
          <cx:pt idx="354">0.5304317938324612</cx:pt>
          <cx:pt idx="355">0.23661775855560108</cx:pt>
          <cx:pt idx="356">0.0091226194610198093</cx:pt>
          <cx:pt idx="357">0.29897131542523608</cx:pt>
          <cx:pt idx="358">0.5746838707199774</cx:pt>
          <cx:pt idx="359">0.51288686252068838</cx:pt>
          <cx:pt idx="360">0.46983434591009665</cx:pt>
          <cx:pt idx="361">0.43939997182169421</cx:pt>
          <cx:pt idx="362">0.32335270254101933</cx:pt>
          <cx:pt idx="363">0.59166634418255604</cx:pt>
          <cx:pt idx="364">0.53761014221537817</cx:pt>
          <cx:pt idx="365">0.33442455989881403</cx:pt>
          <cx:pt idx="366">0.56634009677888641</cx:pt>
          <cx:pt idx="367">0.45807993714438838</cx:pt>
          <cx:pt idx="368">0.56674060239990121</cx:pt>
          <cx:pt idx="369">0.53100537979058127</cx:pt>
          <cx:pt idx="370">0.59655548578473649</cx:pt>
          <cx:pt idx="371">0.47394778625271727</cx:pt>
          <cx:pt idx="372">0.57045308204851242</cx:pt>
          <cx:pt idx="373">0.43590469928882081</cx:pt>
          <cx:pt idx="374">0.16721385799804456</cx:pt>
          <cx:pt idx="375">0.57883235408165901</cx:pt>
          <cx:pt idx="376">0.31204252293677026</cx:pt>
          <cx:pt idx="377">0.43316960588468584</cx:pt>
          <cx:pt idx="378">0.55542269443252945</cx:pt>
          <cx:pt idx="379">0.35458136977196147</cx:pt>
          <cx:pt idx="380">0.61753874874808845</cx:pt>
          <cx:pt idx="381">0.69459980295192314</cx:pt>
          <cx:pt idx="382">0.35771980180903279</cx:pt>
          <cx:pt idx="383">0.60564028592415808</cx:pt>
          <cx:pt idx="384">0.78262999462191862</cx:pt>
          <cx:pt idx="385">0.58216606534142246</cx:pt>
          <cx:pt idx="386">0.12495572013109456</cx:pt>
          <cx:pt idx="387">0.68789572305541014</cx:pt>
          <cx:pt idx="388">0.29595003292407052</cx:pt>
          <cx:pt idx="389">0.27911407178775605</cx:pt>
          <cx:pt idx="390">0.68521152026043608</cx:pt>
          <cx:pt idx="391">0.38306008464578106</cx:pt>
          <cx:pt idx="392">0.56969198939572252</cx:pt>
          <cx:pt idx="393">0.46513306970168472</cx:pt>
          <cx:pt idx="394">0.5658726821623572</cx:pt>
          <cx:pt idx="395">0.38418746056385888</cx:pt>
          <cx:pt idx="396">0.33713779392202231</cx:pt>
          <cx:pt idx="397">0.42027567255335085</cx:pt>
          <cx:pt idx="398">0.23076033943961416</cx:pt>
          <cx:pt idx="399">0.45399407793454011</cx:pt>
          <cx:pt idx="400">0.5622016069456589</cx:pt>
          <cx:pt idx="401">0.5323660208531702</cx:pt>
          <cx:pt idx="402">0.50734517803413681</cx:pt>
          <cx:pt idx="403">0.62531797103584952</cx:pt>
          <cx:pt idx="404">0.62132922856453487</cx:pt>
          <cx:pt idx="405">0.16276788792396274</cx:pt>
          <cx:pt idx="406">0.46619708575521768</cx:pt>
          <cx:pt idx="407">0.68392175379653664</cx:pt>
          <cx:pt idx="408">0.29331126039775945</cx:pt>
          <cx:pt idx="409">0.36778373658108809</cx:pt>
          <cx:pt idx="410">0.31944578892748471</cx:pt>
          <cx:pt idx="411">0.346530351390751</cx:pt>
          <cx:pt idx="412">0.34870990519000017</cx:pt>
          <cx:pt idx="413">0.29624220610842189</cx:pt>
          <cx:pt idx="414">0.36799914572367776</cx:pt>
          <cx:pt idx="415">0.48701370587201803</cx:pt>
          <cx:pt idx="416">0.61702546654566759</cx:pt>
          <cx:pt idx="417">0.67304939613329817</cx:pt>
          <cx:pt idx="418">0.14117337126748525</cx:pt>
          <cx:pt idx="419">0.56696441338523695</cx:pt>
          <cx:pt idx="420">0.42051822735423289</cx:pt>
          <cx:pt idx="421">0.52946088629632448</cx:pt>
          <cx:pt idx="422">0.82031052173489338</cx:pt>
          <cx:pt idx="423">0.49985907915359334</cx:pt>
          <cx:pt idx="424">0.5385200482357968</cx:pt>
          <cx:pt idx="425">0.66573480664624529</cx:pt>
          <cx:pt idx="426">0.25619060816149031</cx:pt>
          <cx:pt idx="427">0.78091327031241564</cx:pt>
          <cx:pt idx="428">0.5317664705075501</cx:pt>
          <cx:pt idx="429">0.63426756660139316</cx:pt>
          <cx:pt idx="430">0.64619789889761936</cx:pt>
          <cx:pt idx="431">0.5922439174266324</cx:pt>
          <cx:pt idx="432">0.43895663410823493</cx:pt>
          <cx:pt idx="433">0.71215423850423398</cx:pt>
          <cx:pt idx="434">0.59062727209397803</cx:pt>
          <cx:pt idx="435">0.40790157486806633</cx:pt>
          <cx:pt idx="436">0.58069112121902611</cx:pt>
          <cx:pt idx="437">0.50087216835281856</cx:pt>
          <cx:pt idx="438">0.60627144929674237</cx:pt>
          <cx:pt idx="439">0.19951747022718633</cx:pt>
          <cx:pt idx="440">0.24624203810341039</cx:pt>
          <cx:pt idx="441">0.5860423688211881</cx:pt>
          <cx:pt idx="442">0.57629533802492972</cx:pt>
          <cx:pt idx="443">0.26413321645584537</cx:pt>
          <cx:pt idx="444">0.51917950002131186</cx:pt>
          <cx:pt idx="445">0.46930029413430702</cx:pt>
          <cx:pt idx="446">0.3424276861889915</cx:pt>
          <cx:pt idx="447">0.84048150764038987</cx:pt>
          <cx:pt idx="448">0.54927424396105051</cx:pt>
          <cx:pt idx="449">0.56986402600844477</cx:pt>
          <cx:pt idx="450">0.5149613853082734</cx:pt>
          <cx:pt idx="451">0.47187668200095051</cx:pt>
          <cx:pt idx="452">0.63973879321477756</cx:pt>
          <cx:pt idx="453">0.74129094726601596</cx:pt>
          <cx:pt idx="454">0.63867229134076009</cx:pt>
          <cx:pt idx="455">0.38549154776075384</cx:pt>
          <cx:pt idx="456">0.32413192057338752</cx:pt>
          <cx:pt idx="457">0.62338113440514931</cx:pt>
          <cx:pt idx="458">0.5221245401613841</cx:pt>
          <cx:pt idx="459">0.32082290498622684</cx:pt>
          <cx:pt idx="460">0.66411700237801818</cx:pt>
          <cx:pt idx="461">0.37541516705982159</cx:pt>
          <cx:pt idx="462">0.29146282152629444</cx:pt>
          <cx:pt idx="463">0.55188480808383622</cx:pt>
          <cx:pt idx="464">0.47856745737324347</cx:pt>
          <cx:pt idx="465">0.37232958672216526</cx:pt>
          <cx:pt idx="466">0.23138884489668515</cx:pt>
          <cx:pt idx="467">0.27944202045773997</cx:pt>
          <cx:pt idx="468">0.62201254990796584</cx:pt>
          <cx:pt idx="469">0.78061844460567098</cx:pt>
          <cx:pt idx="470">0.42630940581401677</cx:pt>
          <cx:pt idx="471">0.5139871802931546</cx:pt>
          <cx:pt idx="472">0.69966845826746638</cx:pt>
          <cx:pt idx="473">0.26965372418552869</cx:pt>
          <cx:pt idx="474">0.52764495174654913</cx:pt>
          <cx:pt idx="475">0.5899688584250864</cx:pt>
          <cx:pt idx="476">0.62071569439251029</cx:pt>
          <cx:pt idx="477">0.2467693439699791</cx:pt>
          <cx:pt idx="478">0.5368551433815798</cx:pt>
          <cx:pt idx="479">0.43628314664802997</cx:pt>
          <cx:pt idx="480">0.19818436157309435</cx:pt>
          <cx:pt idx="481">0.3711029531808378</cx:pt>
          <cx:pt idx="482">0.75169775199350441</cx:pt>
          <cx:pt idx="483">0.54824171762215212</cx:pt>
          <cx:pt idx="484">0.76624449810139728</cx:pt>
          <cx:pt idx="485">0.57854728259181398</cx:pt>
          <cx:pt idx="486">0.42988122150140906</cx:pt>
          <cx:pt idx="487">0.61634649837480215</cx:pt>
          <cx:pt idx="488">0.77707253794990738</cx:pt>
          <cx:pt idx="489">0.65689342948148866</cx:pt>
          <cx:pt idx="490">0.59882554310772163</cx:pt>
          <cx:pt idx="491">0.54516326840834106</cx:pt>
          <cx:pt idx="492">0.41350823024539329</cx:pt>
          <cx:pt idx="493">0.47622817317286292</cx:pt>
          <cx:pt idx="494">0.52317103563284872</cx:pt>
          <cx:pt idx="495">0.66618101182154954</cx:pt>
          <cx:pt idx="496">0.24052540878002385</cx:pt>
          <cx:pt idx="497">0.13629021126010726</cx:pt>
          <cx:pt idx="498">0.35265692767376472</cx:pt>
          <cx:pt idx="499">0.13988520996590412</cx:pt>
          <cx:pt idx="500">0.54012855556954831</cx:pt>
          <cx:pt idx="501">0.4759470675455939</cx:pt>
          <cx:pt idx="502">0.53033515099021966</cx:pt>
          <cx:pt idx="503">0.27151978024959766</cx:pt>
          <cx:pt idx="504">0.54035801445816212</cx:pt>
          <cx:pt idx="505">0.65749108319649108</cx:pt>
          <cx:pt idx="506">0.55327005129300644</cx:pt>
          <cx:pt idx="507">0.34612444394037672</cx:pt>
          <cx:pt idx="508">0.45195607000873217</cx:pt>
          <cx:pt idx="509">0.48883402743101612</cx:pt>
          <cx:pt idx="510">0.39824559728323577</cx:pt>
          <cx:pt idx="511">0.49574433111831073</cx:pt>
          <cx:pt idx="512">0.29844812319089042</cx:pt>
          <cx:pt idx="513">0.4348985331184837</cx:pt>
          <cx:pt idx="514">0.32371785217769389</cx:pt>
          <cx:pt idx="515">0.35327625929743567</cx:pt>
          <cx:pt idx="516">0.54767539013677347</cx:pt>
          <cx:pt idx="517">0.41670626193353594</cx:pt>
          <cx:pt idx="518">0.66102425955097754</cx:pt>
          <cx:pt idx="519">0.5528154982715201</cx:pt>
          <cx:pt idx="520">0.8820691288285416</cx:pt>
          <cx:pt idx="521">0.58740096142210318</cx:pt>
          <cx:pt idx="522">0.68155715686799978</cx:pt>
          <cx:pt idx="523">0.60714524243679513</cx:pt>
          <cx:pt idx="524">0.2121557272805735</cx:pt>
          <cx:pt idx="525">0.73116105419438748</cx:pt>
          <cx:pt idx="526">0.72797122443675844</cx:pt>
          <cx:pt idx="527">0.3824816722770607</cx:pt>
          <cx:pt idx="528">0.44419058091981695</cx:pt>
          <cx:pt idx="529">0.44634224103834885</cx:pt>
          <cx:pt idx="530">0.49785275777656318</cx:pt>
          <cx:pt idx="531">0.68222282855632066</cx:pt>
          <cx:pt idx="532">0.7502039116318131</cx:pt>
          <cx:pt idx="533">0.66203060228951016</cx:pt>
          <cx:pt idx="534">0.60325430240869493</cx:pt>
          <cx:pt idx="535">0.6749189789376121</cx:pt>
          <cx:pt idx="536">0.46004594495945506</cx:pt>
          <cx:pt idx="537">0.37952797698317225</cx:pt>
          <cx:pt idx="538">0.3231733490149773</cx:pt>
          <cx:pt idx="539">0.54019867002103161</cx:pt>
          <cx:pt idx="540">0.47791959609135909</cx:pt>
          <cx:pt idx="541">0.19267961946801085</cx:pt>
          <cx:pt idx="542">0.43665580382407265</cx:pt>
          <cx:pt idx="543">0.71678450743707844</cx:pt>
          <cx:pt idx="544">0.31895647045541714</cx:pt>
          <cx:pt idx="545">0.12054314956756131</cx:pt>
          <cx:pt idx="546">0.40042340594546555</cx:pt>
          <cx:pt idx="547">0.58872128318291916</cx:pt>
          <cx:pt idx="548">0.42074378194722428</cx:pt>
          <cx:pt idx="549">0.2566148449564854</cx:pt>
          <cx:pt idx="550">0.12186936583056081</cx:pt>
          <cx:pt idx="551">0.64965709793038862</cx:pt>
          <cx:pt idx="552">0.53520656474725203</cx:pt>
          <cx:pt idx="553">0.47897775457459701</cx:pt>
          <cx:pt idx="554">0.60670018351192001</cx:pt>
          <cx:pt idx="555">0.51358914335641104</cx:pt>
          <cx:pt idx="556">0.55498164427904062</cx:pt>
          <cx:pt idx="557">0.19905084774226775</cx:pt>
          <cx:pt idx="558">0.75907875995314089</cx:pt>
          <cx:pt idx="559">0.41406589527958126</cx:pt>
          <cx:pt idx="560">0.6788465048116028</cx:pt>
          <cx:pt idx="561">0.54508209293842769</cx:pt>
          <cx:pt idx="562">0.60684164037344168</cx:pt>
          <cx:pt idx="563">0.27920793555471052</cx:pt>
          <cx:pt idx="564">0.56350851343353758</cx:pt>
          <cx:pt idx="565">0.57553860564653736</cx:pt>
          <cx:pt idx="566">0.37562781356891434</cx:pt>
          <cx:pt idx="567">0.54107639106351557</cx:pt>
          <cx:pt idx="568">0.80008204042148545</cx:pt>
          <cx:pt idx="569">0.2822799531484424</cx:pt>
          <cx:pt idx="570">0.56120924817372964</cx:pt>
          <cx:pt idx="571">0.44983436547524813</cx:pt>
          <cx:pt idx="572">0.59993870575929586</cx:pt>
          <cx:pt idx="573">0.59145565726639826</cx:pt>
          <cx:pt idx="574">0.70852472385713727</cx:pt>
          <cx:pt idx="575">0.26827153864575137</cx:pt>
          <cx:pt idx="576">0.51402898809688014</cx:pt>
          <cx:pt idx="577">0.21483377533756315</cx:pt>
          <cx:pt idx="578">0.29757747114660987</cx:pt>
          <cx:pt idx="579">0.27180641661228316</cx:pt>
          <cx:pt idx="580">0.67860792678818027</cx:pt>
          <cx:pt idx="581">0.32803989809493361</cx:pt>
          <cx:pt idx="582">0.5515644108769876</cx:pt>
          <cx:pt idx="583">0.71187719969201602</cx:pt>
          <cx:pt idx="584">0.42023404312764978</cx:pt>
          <cx:pt idx="585">0.29812055181033381</cx:pt>
          <cx:pt idx="586">0.300582865482385</cx:pt>
          <cx:pt idx="587">0.45601569241231887</cx:pt>
          <cx:pt idx="588">0.53066718846987693</cx:pt>
          <cx:pt idx="589">0.66410979591147279</cx:pt>
          <cx:pt idx="590">0.52922887377996342</cx:pt>
          <cx:pt idx="591">0.33774928028116313</cx:pt>
          <cx:pt idx="592">0.60391482981144184</cx:pt>
          <cx:pt idx="593">0.50477216399559555</cx:pt>
          <cx:pt idx="594">0.64906505524261782</cx:pt>
          <cx:pt idx="595">0.3602330517670847</cx:pt>
          <cx:pt idx="596">0.67619697984867899</cx:pt>
          <cx:pt idx="597">0.60012462599161664</cx:pt>
          <cx:pt idx="598">0.60547322249619973</cx:pt>
          <cx:pt idx="599">0.2528362435699969</cx:pt>
          <cx:pt idx="600">0.55391132117641484</cx:pt>
          <cx:pt idx="601">0.35555261248587933</cx:pt>
          <cx:pt idx="602">0.47651188507346587</cx:pt>
          <cx:pt idx="603">0.36413661396579217</cx:pt>
          <cx:pt idx="604">0.20519694092171045</cx:pt>
          <cx:pt idx="605">0.95419718125277386</cx:pt>
          <cx:pt idx="606">0.51183741398024829</cx:pt>
          <cx:pt idx="607">0.82327290455065638</cx:pt>
          <cx:pt idx="608">0.58868306362865386</cx:pt>
          <cx:pt idx="609">0.4752655075329254</cx:pt>
          <cx:pt idx="610">0.32791294259123571</cx:pt>
          <cx:pt idx="611">0.59585465826594974</cx:pt>
          <cx:pt idx="612">0.84079904408421524</cx:pt>
          <cx:pt idx="613">0.57211715681215625</cx:pt>
          <cx:pt idx="614">0.89940334215640827</cx:pt>
          <cx:pt idx="615">0.55035381655005233</cx:pt>
          <cx:pt idx="616">0.7618613925152119</cx:pt>
          <cx:pt idx="617">0.49476448792676614</cx:pt>
          <cx:pt idx="618">0.14233629774762888</cx:pt>
          <cx:pt idx="619">0.33676779758979969</cx:pt>
          <cx:pt idx="620">0.76282504549896712</cx:pt>
          <cx:pt idx="621">0.37708837525340905</cx:pt>
          <cx:pt idx="622">0.3216852217635166</cx:pt>
          <cx:pt idx="623">0.44082950524554854</cx:pt>
          <cx:pt idx="624">0.60370038406397097</cx:pt>
          <cx:pt idx="625">0.54259627745725436</cx:pt>
          <cx:pt idx="626">0.47446303072082435</cx:pt>
          <cx:pt idx="627">0.56665993509171897</cx:pt>
          <cx:pt idx="628">0.59719291151581122</cx:pt>
          <cx:pt idx="629">0.43819488259837769</cx:pt>
          <cx:pt idx="630">0.46373450688233525</cx:pt>
          <cx:pt idx="631">0.39823954145734214</cx:pt>
          <cx:pt idx="632">0.23682619097050203</cx:pt>
          <cx:pt idx="633">0.65967055366931671</cx:pt>
          <cx:pt idx="634">0.31045864884502022</cx:pt>
          <cx:pt idx="635">0.38590919730113543</cx:pt>
          <cx:pt idx="636">0.5338523106254186</cx:pt>
          <cx:pt idx="637">0.52044414486150359</cx:pt>
          <cx:pt idx="638">0.29443957644892071</cx:pt>
          <cx:pt idx="639">0.57554258560025107</cx:pt>
          <cx:pt idx="640">0.72458360029683977</cx:pt>
          <cx:pt idx="641">0.224948733294807</cx:pt>
          <cx:pt idx="642">0.79905382601831687</cx:pt>
          <cx:pt idx="643">0.55478696773423697</cx:pt>
          <cx:pt idx="644">0.61227563087276837</cx:pt>
          <cx:pt idx="645">0.22426236414964232</cx:pt>
          <cx:pt idx="646">0.52629243603912645</cx:pt>
          <cx:pt idx="647">0.30621831930888616</cx:pt>
          <cx:pt idx="648">0.38600125455097428</cx:pt>
          <cx:pt idx="649">0.54044291285504475</cx:pt>
          <cx:pt idx="650">0.54908269869699133</cx:pt>
          <cx:pt idx="651">0.26498148250666415</cx:pt>
          <cx:pt idx="652">0.51032475790707366</cx:pt>
          <cx:pt idx="653">0.58604792565436903</cx:pt>
          <cx:pt idx="654">0.87239000525401589</cx:pt>
          <cx:pt idx="655">0.23300205302883337</cx:pt>
          <cx:pt idx="656">0.61516454763162665</cx:pt>
          <cx:pt idx="657">0.52665907813346458</cx:pt>
          <cx:pt idx="658">0.60019911200379306</cx:pt>
          <cx:pt idx="659">0.51108575669639666</cx:pt>
          <cx:pt idx="660">0.29164379076078978</cx:pt>
          <cx:pt idx="661">0.57555391886894269</cx:pt>
          <cx:pt idx="662">0.41106553525986966</cx:pt>
          <cx:pt idx="663">0.19180270727674611</cx:pt>
          <cx:pt idx="664">0.31383933114466839</cx:pt>
          <cx:pt idx="665">0.62693260791334016</cx:pt>
          <cx:pt idx="666">0.80712667734153121</cx:pt>
          <cx:pt idx="667">0.82784820181196417</cx:pt>
          <cx:pt idx="668">0.27010400184398131</cx:pt>
          <cx:pt idx="669">0.32774301062462763</cx:pt>
          <cx:pt idx="670">0.55063503807827263</cx:pt>
          <cx:pt idx="671">0.61718672138642772</cx:pt>
          <cx:pt idx="672">0.32103016622772634</cx:pt>
          <cx:pt idx="673">0.59374950827311523</cx:pt>
          <cx:pt idx="674">0.31112653653081557</cx:pt>
          <cx:pt idx="675">0.65962503378006854</cx:pt>
          <cx:pt idx="676">0.59011678945059654</cx:pt>
          <cx:pt idx="677">0.5003156867913815</cx:pt>
          <cx:pt idx="678">0.61736280967779511</cx:pt>
          <cx:pt idx="679">0.43482972168459899</cx:pt>
          <cx:pt idx="680">0.0073400764225851015</cx:pt>
          <cx:pt idx="681">0.27661106941143843</cx:pt>
          <cx:pt idx="682">0.4855949229983092</cx:pt>
          <cx:pt idx="683">0.36584161388963055</cx:pt>
          <cx:pt idx="684">0.40434029678266292</cx:pt>
          <cx:pt idx="685">0.57481176898595454</cx:pt>
          <cx:pt idx="686">0.3590272495856669</cx:pt>
          <cx:pt idx="687">0.53711508586495471</cx:pt>
          <cx:pt idx="688">0.42811031470422162</cx:pt>
          <cx:pt idx="689">0.18661760040237907</cx:pt>
          <cx:pt idx="690">0.13422821709040186</cx:pt>
          <cx:pt idx="691">0.34808364046024443</cx:pt>
          <cx:pt idx="692">0.58466821710060168</cx:pt>
          <cx:pt idx="693">0.4578813567053463</cx:pt>
          <cx:pt idx="694">0.63344849831603123</cx:pt>
          <cx:pt idx="695">0.4524694849468805</cx:pt>
          <cx:pt idx="696">0.52255245890543911</cx:pt>
          <cx:pt idx="697">0.57238568090529285</cx:pt>
          <cx:pt idx="698">0.42575232278433817</cx:pt>
          <cx:pt idx="699">0.5116979512583596</cx:pt>
          <cx:pt idx="700">0.38693528669313138</cx:pt>
          <cx:pt idx="701">0.37303780233114237</cx:pt>
          <cx:pt idx="702">0.30624707592641309</cx:pt>
          <cx:pt idx="703">0.45894083310743833</cx:pt>
          <cx:pt idx="704">0.63729654756680587</cx:pt>
          <cx:pt idx="705">0.47130200575349873</cx:pt>
          <cx:pt idx="706">0.093075949372093847</cx:pt>
          <cx:pt idx="707">0.3340868366663382</cx:pt>
          <cx:pt idx="708">0.49466503348991508</cx:pt>
          <cx:pt idx="709">0.14271446769350044</cx:pt>
          <cx:pt idx="710">0.64909739636442121</cx:pt>
          <cx:pt idx="711">0.66333677010929382</cx:pt>
          <cx:pt idx="712">0.32580248483590901</cx:pt>
          <cx:pt idx="713">0.35841300512675911</cx:pt>
          <cx:pt idx="714">0.14394158320976266</cx:pt>
          <cx:pt idx="715">0.58918518244199469</cx:pt>
          <cx:pt idx="716">0.76301701256743382</cx:pt>
          <cx:pt idx="717">0.66981902162848606</cx:pt>
          <cx:pt idx="718">0.48143524864996634</cx:pt>
          <cx:pt idx="719">0.41549010618991999</cx:pt>
          <cx:pt idx="720">0.62895214404680799</cx:pt>
          <cx:pt idx="721">0.37076090743561851</cx:pt>
          <cx:pt idx="722">0.63157388653726876</cx:pt>
          <cx:pt idx="723">0.48085831833281412</cx:pt>
          <cx:pt idx="724">0.373995959180419</cx:pt>
          <cx:pt idx="725">0.44793163340158088</cx:pt>
          <cx:pt idx="726">0.53743073921310791</cx:pt>
          <cx:pt idx="727">0.57764802567601503</cx:pt>
          <cx:pt idx="728">0.61624022975889625</cx:pt>
          <cx:pt idx="729">0.21192196116899062</cx:pt>
          <cx:pt idx="730">0.3018367788905848</cx:pt>
          <cx:pt idx="731">0.10453418001968559</cx:pt>
          <cx:pt idx="732">0.85734491459817708</cx:pt>
          <cx:pt idx="733">0.62878472690138909</cx:pt>
          <cx:pt idx="734">0.4569622333875738</cx:pt>
          <cx:pt idx="735">0.56551370997900363</cx:pt>
          <cx:pt idx="736">0.30610272543909861</cx:pt>
          <cx:pt idx="737">0.1383851902670494</cx:pt>
          <cx:pt idx="738">0.67905450681920265</cx:pt>
          <cx:pt idx="739">0.11714902624952628</cx:pt>
          <cx:pt idx="740">0.32014912557523223</cx:pt>
          <cx:pt idx="741">0.55063788337597919</cx:pt>
          <cx:pt idx="742">0.41658199789391404</cx:pt>
          <cx:pt idx="743">0.21250832415632237</cx:pt>
          <cx:pt idx="744">0.57564437122732537</cx:pt>
          <cx:pt idx="745">0.60654877438584043</cx:pt>
          <cx:pt idx="746">0.42444089850850725</cx:pt>
          <cx:pt idx="747">0.66654768828959821</cx:pt>
          <cx:pt idx="748">0.84192273321626154</cx:pt>
          <cx:pt idx="749">0.36895903626937904</cx:pt>
          <cx:pt idx="750">0.51678579332022923</cx:pt>
          <cx:pt idx="751">0.81425249864457772</cx:pt>
          <cx:pt idx="752">0.54119138252356069</cx:pt>
          <cx:pt idx="753">0.58208322297626691</cx:pt>
          <cx:pt idx="754">0.19982275095404156</cx:pt>
          <cx:pt idx="755">0.41937287113028265</cx:pt>
          <cx:pt idx="756">0.45599694925084433</cx:pt>
          <cx:pt idx="757">0.30402325480352632</cx:pt>
          <cx:pt idx="758">0.41656065971658401</cx:pt>
          <cx:pt idx="759">0.44148441446068504</cx:pt>
          <cx:pt idx="760">0.56300670461766544</cx:pt>
          <cx:pt idx="761">0.28735390912477915</cx:pt>
          <cx:pt idx="762">0.28493180320916323</cx:pt>
          <cx:pt idx="763">0.51556546246469559</cx:pt>
          <cx:pt idx="764">0.53299630376464646</cx:pt>
          <cx:pt idx="765">0.42653563898010716</cx:pt>
          <cx:pt idx="766">0.35410577881499389</cx:pt>
          <cx:pt idx="767">0.56039715567630133</cx:pt>
          <cx:pt idx="768">0.56276444667920567</cx:pt>
          <cx:pt idx="769">0.45118524534495758</cx:pt>
          <cx:pt idx="770">0.43540522667322112</cx:pt>
          <cx:pt idx="771">0.36250434995240971</cx:pt>
          <cx:pt idx="772">0.4724567050946189</cx:pt>
          <cx:pt idx="773">0.73519285321346051</cx:pt>
          <cx:pt idx="774">0.57249080300933863</cx:pt>
          <cx:pt idx="775">0.35853317735407503</cx:pt>
          <cx:pt idx="776">0.47913821673249002</cx:pt>
          <cx:pt idx="777">0.36578126181213111</cx:pt>
          <cx:pt idx="778">0.44011011148576185</cx:pt>
          <cx:pt idx="779">0.44975544425993397</cx:pt>
          <cx:pt idx="780">0.40340997805852463</cx:pt>
          <cx:pt idx="781">0.33305222958660463</cx:pt>
          <cx:pt idx="782">0.56762315779870098</cx:pt>
          <cx:pt idx="783">0.29894424308452905</cx:pt>
          <cx:pt idx="784">0.57115802057359155</cx:pt>
          <cx:pt idx="785">0.29831164296732104</cx:pt>
          <cx:pt idx="786">0.44730384743225671</cx:pt>
          <cx:pt idx="787">0.59185638259810158</cx:pt>
          <cx:pt idx="788">0.33524984927788304</cx:pt>
          <cx:pt idx="789">0.41668440860913497</cx:pt>
          <cx:pt idx="790">0.24566936865503991</cx:pt>
          <cx:pt idx="791">0.8086358910964091</cx:pt>
          <cx:pt idx="792">0.60729492093798054</cx:pt>
          <cx:pt idx="793">0.3894186003952026</cx:pt>
          <cx:pt idx="794">0.4412681171725365</cx:pt>
          <cx:pt idx="795">0.55261047358742188</cx:pt>
          <cx:pt idx="796">0.50608944285674318</cx:pt>
          <cx:pt idx="797">0.51459431248595944</cx:pt>
          <cx:pt idx="798">0.48720253744136999</cx:pt>
          <cx:pt idx="799">0.57586606901819981</cx:pt>
          <cx:pt idx="800">0.22678439685789661</cx:pt>
          <cx:pt idx="801">0.73942237723218018</cx:pt>
          <cx:pt idx="802">0.49223114840611215</cx:pt>
          <cx:pt idx="803">0.52052613006471338</cx:pt>
          <cx:pt idx="804">0.24939565244967896</cx:pt>
          <cx:pt idx="805">0.23060396037092845</cx:pt>
          <cx:pt idx="806">0.40663593439918494</cx:pt>
          <cx:pt idx="807">0.5733418461585793</cx:pt>
          <cx:pt idx="808">0.5336175719812386</cx:pt>
          <cx:pt idx="809">0.29841396910142182</cx:pt>
          <cx:pt idx="810">0.66963282482253139</cx:pt>
          <cx:pt idx="811">0.59173519284487019</cx:pt>
          <cx:pt idx="812">0.59042945760930976</cx:pt>
          <cx:pt idx="813">0.3661251903701509</cx:pt>
          <cx:pt idx="814">0.49993593943179987</cx:pt>
          <cx:pt idx="815">0.85718628313992573</cx:pt>
          <cx:pt idx="816">0.31269886485534293</cx:pt>
          <cx:pt idx="817">0.48902763278270761</cx:pt>
          <cx:pt idx="818">0.1957769364189067</cx:pt>
          <cx:pt idx="819">0.31950527070864909</cx:pt>
          <cx:pt idx="820">0.41828804934758174</cx:pt>
          <cx:pt idx="821">0.32114873589973331</cx:pt>
          <cx:pt idx="822">0.70784194944866374</cx:pt>
          <cx:pt idx="823">0.52605460721396369</cx:pt>
          <cx:pt idx="824">0.74311979495080727</cx:pt>
          <cx:pt idx="825">0.34083479567133357</cx:pt>
          <cx:pt idx="826">0.55823308168057983</cx:pt>
          <cx:pt idx="827">0.32471481412158187</cx:pt>
          <cx:pt idx="828">0.35143230939226772</cx:pt>
          <cx:pt idx="829">0.35177704988412511</cx:pt>
          <cx:pt idx="830">0.73226284601307423</cx:pt>
          <cx:pt idx="831">0.51670190045707998</cx:pt>
          <cx:pt idx="832">0.64382752899185847</cx:pt>
          <cx:pt idx="833">0.40902650638559473</cx:pt>
          <cx:pt idx="834">0.40209431318969241</cx:pt>
          <cx:pt idx="835">0.52832910803636379</cx:pt>
          <cx:pt idx="836">0.352702775562027</cx:pt>
          <cx:pt idx="837">0.57958807555410041</cx:pt>
          <cx:pt idx="838">0.39859020574805443</cx:pt>
          <cx:pt idx="839">0.36579526455653166</cx:pt>
          <cx:pt idx="840">0.68902460857048187</cx:pt>
          <cx:pt idx="841">0.57614459354711556</cx:pt>
          <cx:pt idx="842">0.64940130021333775</cx:pt>
          <cx:pt idx="843">0.60771997609714934</cx:pt>
          <cx:pt idx="844">0.64069066458723012</cx:pt>
          <cx:pt idx="845">0.25937138509716795</cx:pt>
          <cx:pt idx="846">0.60838559979528151</cx:pt>
          <cx:pt idx="847">0.31973652901638894</cx:pt>
          <cx:pt idx="848">0.3596860543597194</cx:pt>
          <cx:pt idx="849">0.39075315239990893</cx:pt>
          <cx:pt idx="850">0.6506445096689677</cx:pt>
          <cx:pt idx="851">0.82235523666354771</cx:pt>
          <cx:pt idx="852">0.33560947331310798</cx:pt>
          <cx:pt idx="853">0.20360964992241676</cx:pt>
          <cx:pt idx="854">0.56148661840416136</cx:pt>
          <cx:pt idx="855">0.55045538743891631</cx:pt>
          <cx:pt idx="856">0.25005401035416297</cx:pt>
          <cx:pt idx="857">0.60984095539195216</cx:pt>
          <cx:pt idx="858">0.6127963785721956</cx:pt>
          <cx:pt idx="859">0.56875287048898093</cx:pt>
          <cx:pt idx="860">0.60539705655012432</cx:pt>
          <cx:pt idx="861">0.5367241114475414</cx:pt>
          <cx:pt idx="862">0.52178123553262545</cx:pt>
          <cx:pt idx="863">0.50138508066259846</cx:pt>
          <cx:pt idx="864">0.25479810944221298</cx:pt>
          <cx:pt idx="865">0.7521039308516223</cx:pt>
          <cx:pt idx="866">0.49215217147442275</cx:pt>
          <cx:pt idx="867">0.27971617238866875</cx:pt>
          <cx:pt idx="868">0.57674293700168422</cx:pt>
          <cx:pt idx="869">0.51229627153197232</cx:pt>
          <cx:pt idx="870">0.8613059383839089</cx:pt>
          <cx:pt idx="871">0.36824822171891364</cx:pt>
          <cx:pt idx="872">0.2001750654263838</cx:pt>
          <cx:pt idx="873">0.81647825049565526</cx:pt>
          <cx:pt idx="874">0.65176457000643739</cx:pt>
          <cx:pt idx="875">0.79024718946604333</cx:pt>
          <cx:pt idx="876">0.72364133870194303</cx:pt>
          <cx:pt idx="877">0.20071242337252326</cx:pt>
          <cx:pt idx="878">0.37557748152875459</cx:pt>
          <cx:pt idx="879">0.83469907774165375</cx:pt>
          <cx:pt idx="880">0.32502945155312229</cx:pt>
          <cx:pt idx="881">0.4446698160448489</cx:pt>
          <cx:pt idx="882">0.51769085412526972</cx:pt>
          <cx:pt idx="883">0.6064062294885515</cx:pt>
          <cx:pt idx="884">0.62164709256440143</cx:pt>
          <cx:pt idx="885">0.60194258736685102</cx:pt>
          <cx:pt idx="886">0.58005110323482745</cx:pt>
          <cx:pt idx="887">0.11688358982839256</cx:pt>
          <cx:pt idx="888">0.51384953215057949</cx:pt>
          <cx:pt idx="889">0.26651692700094559</cx:pt>
          <cx:pt idx="890">0.48310088858309569</cx:pt>
          <cx:pt idx="891">0.38646450597727561</cx:pt>
          <cx:pt idx="892">0.6436749551283002</cx:pt>
          <cx:pt idx="893">0.53140450714826981</cx:pt>
          <cx:pt idx="894">0.735789598354333</cx:pt>
          <cx:pt idx="895">0.44853923121608591</cx:pt>
          <cx:pt idx="896">0.62338954409541125</cx:pt>
          <cx:pt idx="897">0.5717210774006326</cx:pt>
          <cx:pt idx="898">0.54731848757239088</cx:pt>
          <cx:pt idx="899">0.25674468143224904</cx:pt>
          <cx:pt idx="900">0.74289585811341441</cx:pt>
          <cx:pt idx="901">0.30037630709743374</cx:pt>
          <cx:pt idx="902">0.33278995586817567</cx:pt>
          <cx:pt idx="903">0.33064171040334117</cx:pt>
          <cx:pt idx="904">0.48864755394512588</cx:pt>
          <cx:pt idx="905">0.34583749191296242</cx:pt>
          <cx:pt idx="906">0.84411097115554035</cx:pt>
          <cx:pt idx="907">0.51533997818624822</cx:pt>
          <cx:pt idx="908">0.59813449159285059</cx:pt>
          <cx:pt idx="909">0.55870288516929312</cx:pt>
          <cx:pt idx="910">0.74114054226426318</cx:pt>
          <cx:pt idx="911">0.13959347675773415</cx:pt>
          <cx:pt idx="912">0.38956688326331385</cx:pt>
          <cx:pt idx="913">0.20586632015878367</cx:pt>
          <cx:pt idx="914">0.38632183979074952</cx:pt>
          <cx:pt idx="915">0.56265102857417959</cx:pt>
          <cx:pt idx="916">0.36407560036248604</cx:pt>
          <cx:pt idx="917">0.48106323254918054</cx:pt>
          <cx:pt idx="918">0.43332402795705977</cx:pt>
          <cx:pt idx="919">0.45898925136777885</cx:pt>
          <cx:pt idx="920">0.68573230439590793</cx:pt>
          <cx:pt idx="921">0.59337053409770235</cx:pt>
          <cx:pt idx="922">0.59678152473994184</cx:pt>
          <cx:pt idx="923">0.78150219352208672</cx:pt>
          <cx:pt idx="924">0.64308966721066818</cx:pt>
          <cx:pt idx="925">0.52688113010387672</cx:pt>
          <cx:pt idx="926">0.50042935123105003</cx:pt>
          <cx:pt idx="927">0.50923331524664872</cx:pt>
          <cx:pt idx="928">0.61625473369404971</cx:pt>
          <cx:pt idx="929">0.41788847375264837</cx:pt>
          <cx:pt idx="930">0.58037850899695287</cx:pt>
          <cx:pt idx="931">0.48446456720791742</cx:pt>
          <cx:pt idx="932">0.58751920057647744</cx:pt>
          <cx:pt idx="933">0.56887146589638282</cx:pt>
          <cx:pt idx="934">0.82746790144757254</cx:pt>
          <cx:pt idx="935">0.39931708700145424</cx:pt>
          <cx:pt idx="936">0.36180408708102174</cx:pt>
          <cx:pt idx="937">0.25074509291280239</cx:pt>
          <cx:pt idx="938">0.22182213754186439</cx:pt>
          <cx:pt idx="939">0.68738460544233293</cx:pt>
          <cx:pt idx="940">0.39738756325691699</cx:pt>
          <cx:pt idx="941">0.29046540990575215</cx:pt>
          <cx:pt idx="942">0.63000631992191425</cx:pt>
          <cx:pt idx="943">0.8552637843103108</cx:pt>
          <cx:pt idx="944">0.6514007219145731</cx:pt>
          <cx:pt idx="945">0.81365858019571191</cx:pt>
          <cx:pt idx="946">0.52745072696913886</cx:pt>
          <cx:pt idx="947">0.64586951766529133</cx:pt>
          <cx:pt idx="948">0.51422269968041501</cx:pt>
          <cx:pt idx="949">0.69215056055631263</cx:pt>
          <cx:pt idx="950">0.53206962121916512</cx:pt>
          <cx:pt idx="951">0.36321193311858224</cx:pt>
          <cx:pt idx="952">0.57030825452727574</cx:pt>
          <cx:pt idx="953">0.28952383797501724</cx:pt>
          <cx:pt idx="954">0.28358963007029936</cx:pt>
          <cx:pt idx="955">0.35849197467984417</cx:pt>
          <cx:pt idx="956">0.14951420351437747</cx:pt>
          <cx:pt idx="957">0.57150936655953166</cx:pt>
          <cx:pt idx="958">0.40568879049423068</cx:pt>
          <cx:pt idx="959">0.50283653330039735</cx:pt>
          <cx:pt idx="960">0.35701436676471593</cx:pt>
          <cx:pt idx="961">0.32291076179652706</cx:pt>
          <cx:pt idx="962">0.56395256893067136</cx:pt>
          <cx:pt idx="963">0.40403949363875535</cx:pt>
          <cx:pt idx="964">0.49629009969560012</cx:pt>
          <cx:pt idx="965">0.37828372069961586</cx:pt>
          <cx:pt idx="966">0.32758519160526139</cx:pt>
          <cx:pt idx="967">0.20118653865135949</cx:pt>
          <cx:pt idx="968">0.70447237759745984</cx:pt>
          <cx:pt idx="969">0.35237087809194501</cx:pt>
          <cx:pt idx="970">0.5353610652506513</cx:pt>
          <cx:pt idx="971">0.24581677153416265</cx:pt>
          <cx:pt idx="972">0.32754005466467101</cx:pt>
          <cx:pt idx="973">0.7756936831428316</cx:pt>
          <cx:pt idx="974">0.2369474999968666</cx:pt>
          <cx:pt idx="975">0.61567617433062227</cx:pt>
          <cx:pt idx="976">0.61140409219641401</cx:pt>
          <cx:pt idx="977">0.58115770391437738</cx:pt>
          <cx:pt idx="978">0.48843696415556132</cx:pt>
          <cx:pt idx="979">0.47957511311873341</cx:pt>
          <cx:pt idx="980">0.46441178239174269</cx:pt>
          <cx:pt idx="981">0.53632945360915152</cx:pt>
          <cx:pt idx="982">0.31119513662277709</cx:pt>
          <cx:pt idx="983">0.19861175111761056</cx:pt>
          <cx:pt idx="984">0.092754417564888753</cx:pt>
          <cx:pt idx="985">0.23781050158751912</cx:pt>
          <cx:pt idx="986">0.60696416112242191</cx:pt>
          <cx:pt idx="987">0.25970056189990076</cx:pt>
          <cx:pt idx="988">0.57971673596348028</cx:pt>
          <cx:pt idx="989">0.86589885279009526</cx:pt>
          <cx:pt idx="990">0.11865430623483117</cx:pt>
          <cx:pt idx="991">0.19726251356682278</cx:pt>
          <cx:pt idx="992">0.56471638974044958</cx:pt>
          <cx:pt idx="993">0.1549151468930017</cx:pt>
          <cx:pt idx="994">0.55604926282096256</cx:pt>
          <cx:pt idx="995">0.42664347254520579</cx:pt>
          <cx:pt idx="996">0.49227485354287126</cx:pt>
          <cx:pt idx="997">0.56731336535015908</cx:pt>
          <cx:pt idx="998">0.83284315542219789</cx:pt>
          <cx:pt idx="999">0.30712029082916847</cx:pt>
          <cx:pt idx="1000">0.40127102254013985</cx:pt>
          <cx:pt idx="1001">0.53636485050973792</cx:pt>
          <cx:pt idx="1002">0.52916012861064798</cx:pt>
          <cx:pt idx="1003">0.65175001849497838</cx:pt>
          <cx:pt idx="1004">0.15742772755490556</cx:pt>
          <cx:pt idx="1005">0.43754293284410345</cx:pt>
          <cx:pt idx="1006">0.6035075914009197</cx:pt>
          <cx:pt idx="1007">0.60774675254190036</cx:pt>
          <cx:pt idx="1008">0.55581262402838327</cx:pt>
          <cx:pt idx="1009">0.54448682580570495</cx:pt>
          <cx:pt idx="1010">0.82257790020409349</cx:pt>
          <cx:pt idx="1011">0.3029748629347821</cx:pt>
          <cx:pt idx="1012">0.67825422152948511</cx:pt>
          <cx:pt idx="1013">0.33528234297039972</cx:pt>
          <cx:pt idx="1014">0.2743240557041966</cx:pt>
          <cx:pt idx="1015">0.62014713472923344</cx:pt>
          <cx:pt idx="1016">0.51410969061482625</cx:pt>
          <cx:pt idx="1017">0.20858070182285596</cx:pt>
          <cx:pt idx="1018">0.50450419539712077</cx:pt>
          <cx:pt idx="1019">0.27686500781311607</cx:pt>
          <cx:pt idx="1020">0.32002980098488898</cx:pt>
          <cx:pt idx="1021">0.89103358072521377</cx:pt>
          <cx:pt idx="1022">0.34588679244767662</cx:pt>
          <cx:pt idx="1023">0.5589773151326084</cx:pt>
          <cx:pt idx="1024">0.38159816558806581</cx:pt>
          <cx:pt idx="1025">0.38153474316826014</cx:pt>
          <cx:pt idx="1026">0.31448215052611733</cx:pt>
          <cx:pt idx="1027">0.40467900453098787</cx:pt>
          <cx:pt idx="1028">0.42891547954410048</cx:pt>
          <cx:pt idx="1029">0.1583174400153074</cx:pt>
          <cx:pt idx="1030">0.49690684674798458</cx:pt>
          <cx:pt idx="1031">0.8326516374640992</cx:pt>
          <cx:pt idx="1032">0.31096734023419154</cx:pt>
          <cx:pt idx="1033">0.56189727888879315</cx:pt>
          <cx:pt idx="1034">0.39807429631624813</cx:pt>
          <cx:pt idx="1035">0.29589096708931167</cx:pt>
          <cx:pt idx="1036">0.53873868098759892</cx:pt>
          <cx:pt idx="1037">0.32210220092517161</cx:pt>
          <cx:pt idx="1038">0.61098624247554767</cx:pt>
          <cx:pt idx="1039">0.36449403705595462</cx:pt>
          <cx:pt idx="1040">0.58893476131958999</cx:pt>
          <cx:pt idx="1041">0.33791064829567863</cx:pt>
          <cx:pt idx="1042">0.28982293147312183</cx:pt>
          <cx:pt idx="1043">0.093416306202993835</cx:pt>
          <cx:pt idx="1044">0.13770581500337395</cx:pt>
          <cx:pt idx="1045">4.6702347777770606e-05</cx:pt>
          <cx:pt idx="1046">0.65652020597935812</cx:pt>
          <cx:pt idx="1047">0.49334994036056046</cx:pt>
          <cx:pt idx="1048">0.19891510452712446</cx:pt>
          <cx:pt idx="1049">0.54094462721836756</cx:pt>
          <cx:pt idx="1050">0.29711084920417047</cx:pt>
          <cx:pt idx="1051">0.35428277184132634</cx:pt>
          <cx:pt idx="1052">0.26993108540921523</cx:pt>
          <cx:pt idx="1053">0.45956382408962898</cx:pt>
          <cx:pt idx="1054">0.64923153102621334</cx:pt>
          <cx:pt idx="1055">0.51678949698900067</cx:pt>
          <cx:pt idx="1056">0.56733443038590359</cx:pt>
          <cx:pt idx="1057">0.33565327707320186</cx:pt>
          <cx:pt idx="1058">0.37712651328812086</cx:pt>
          <cx:pt idx="1059">0.39414088040036804</cx:pt>
          <cx:pt idx="1060">0.44489213128702704</cx:pt>
          <cx:pt idx="1061">0.42152563987698416</cx:pt>
          <cx:pt idx="1062">0.34714011890447732</cx:pt>
          <cx:pt idx="1063">0.47726894137688491</cx:pt>
          <cx:pt idx="1064">0.64260801525274247</cx:pt>
          <cx:pt idx="1065">0.4748034030018411</cx:pt>
          <cx:pt idx="1066">0.534307063077055</cx:pt>
          <cx:pt idx="1067">0.17193500851187085</cx:pt>
          <cx:pt idx="1068">0.59088791613256042</cx:pt>
          <cx:pt idx="1069">0.73100841238480418</cx:pt>
          <cx:pt idx="1070">0.61849869805366509</cx:pt>
          <cx:pt idx="1071">0.17008861024466476</cx:pt>
          <cx:pt idx="1072">0.56814877308322564</cx:pt>
          <cx:pt idx="1073">0.13846871997528729</cx:pt>
          <cx:pt idx="1074">0.76976486679357747</cx:pt>
          <cx:pt idx="1075">0.38378764425735212</cx:pt>
          <cx:pt idx="1076">0.53603155278957326</cx:pt>
          <cx:pt idx="1077">0.30031503908401247</cx:pt>
          <cx:pt idx="1078">0.57448482649526234</cx:pt>
          <cx:pt idx="1079">0.59902349294394908</cx:pt>
          <cx:pt idx="1080">0.37793047344173086</cx:pt>
          <cx:pt idx="1081">0.21194246764879959</cx:pt>
          <cx:pt idx="1082">0.43859762490929527</cx:pt>
          <cx:pt idx="1083">0.5502112016755184</cx:pt>
          <cx:pt idx="1084">0.35781314164566119</cx:pt>
          <cx:pt idx="1085">0.32517191850939098</cx:pt>
          <cx:pt idx="1086">0.30835403884940971</cx:pt>
          <cx:pt idx="1087">0.81518968631628219</cx:pt>
          <cx:pt idx="1088">0.48122571628702676</cx:pt>
          <cx:pt idx="1089">0.72606592450611218</cx:pt>
          <cx:pt idx="1090">0.49077004248132888</cx:pt>
          <cx:pt idx="1091">0.4691090404696312</cx:pt>
          <cx:pt idx="1092">0.53085850720873318</cx:pt>
          <cx:pt idx="1093">0.21559850730942892</cx:pt>
          <cx:pt idx="1094">0.47325470984091367</cx:pt>
          <cx:pt idx="1095">0.23106017662509146</cx:pt>
          <cx:pt idx="1096">0.80854591629485251</cx:pt>
          <cx:pt idx="1097">0.55585488038511088</cx:pt>
          <cx:pt idx="1098">0.72186160274896005</cx:pt>
          <cx:pt idx="1099">0.51991490269320206</cx:pt>
          <cx:pt idx="1100">0.35324046045892188</cx:pt>
          <cx:pt idx="1101">0.57738160799979699</cx:pt>
          <cx:pt idx="1102">0.78506334269652511</cx:pt>
          <cx:pt idx="1103">0.90793243753074637</cx:pt>
          <cx:pt idx="1104">0.54374258064819903</cx:pt>
          <cx:pt idx="1105">0.66451199212420231</cx:pt>
          <cx:pt idx="1106">0.58488626597245197</cx:pt>
          <cx:pt idx="1107">0.53419365738434099</cx:pt>
          <cx:pt idx="1108">0.6221083930050666</cx:pt>
          <cx:pt idx="1109">0.59074629038209325</cx:pt>
          <cx:pt idx="1110">0.55557281987991058</cx:pt>
          <cx:pt idx="1111">0.56324040834103106</cx:pt>
          <cx:pt idx="1112">0.47645369491245021</cx:pt>
          <cx:pt idx="1113">0.54530007995996488</cx:pt>
          <cx:pt idx="1114">0.58008123857278115</cx:pt>
          <cx:pt idx="1115">0.30179525644569183</cx:pt>
          <cx:pt idx="1116">0.39955326687784004</cx:pt>
          <cx:pt idx="1117">0.65115030190653833</cx:pt>
          <cx:pt idx="1118">0.38944718813496981</cx:pt>
          <cx:pt idx="1119">0.52666478913531323</cx:pt>
          <cx:pt idx="1120">0.22835565871641111</cx:pt>
          <cx:pt idx="1121">0.52116878823796342</cx:pt>
          <cx:pt idx="1122">0.03019128087157788</cx:pt>
          <cx:pt idx="1123">0.64096325254594066</cx:pt>
          <cx:pt idx="1124">0.78370114510002442</cx:pt>
          <cx:pt idx="1125">0.75808465479385934</cx:pt>
          <cx:pt idx="1126">0.43777513836319026</cx:pt>
          <cx:pt idx="1127">0.38902055692793774</cx:pt>
          <cx:pt idx="1128">0.76211489892464135</cx:pt>
          <cx:pt idx="1129">0.25800444444302623</cx:pt>
          <cx:pt idx="1130">0.33012554133068084</cx:pt>
          <cx:pt idx="1131">0.6200034046029711</cx:pt>
          <cx:pt idx="1132">0.56987252784459796</cx:pt>
          <cx:pt idx="1133">0.73862703310388034</cx:pt>
          <cx:pt idx="1134">0.46965234289646146</cx:pt>
          <cx:pt idx="1135">0.19676890499444369</cx:pt>
          <cx:pt idx="1136">0.15559313135454908</cx:pt>
          <cx:pt idx="1137">0.7138802733173395</cx:pt>
          <cx:pt idx="1138">0.23482876164174538</cx:pt>
          <cx:pt idx="1139">0.33648873172712135</cx:pt>
          <cx:pt idx="1140">0.49927315177608722</cx:pt>
          <cx:pt idx="1141">0.24373687281967266</cx:pt>
          <cx:pt idx="1142">0.33048651612444058</cx:pt>
          <cx:pt idx="1143">0.62259504915616048</cx:pt>
          <cx:pt idx="1144">0.66031966443020418</cx:pt>
          <cx:pt idx="1145">0.32022297375224845</cx:pt>
          <cx:pt idx="1146">0.61419394045851083</cx:pt>
          <cx:pt idx="1147">0.88456570496556042</cx:pt>
          <cx:pt idx="1148">0.60851653847630449</cx:pt>
          <cx:pt idx="1149">0.59266695912438816</cx:pt>
          <cx:pt idx="1150">0.31174137846296768</cx:pt>
          <cx:pt idx="1151">0.39958740594966657</cx:pt>
          <cx:pt idx="1152">0.46986664830015601</cx:pt>
          <cx:pt idx="1153">0.48009933391714826</cx:pt>
          <cx:pt idx="1154">0.68879770918325367</cx:pt>
          <cx:pt idx="1155">0.34645163017676056</cx:pt>
          <cx:pt idx="1156">0.43319142824507295</cx:pt>
          <cx:pt idx="1157">0.46715796969411205</cx:pt>
          <cx:pt idx="1158">0.64406423814118818</cx:pt>
          <cx:pt idx="1159">0.20467582849634633</cx:pt>
          <cx:pt idx="1160">0.8394451518452315</cx:pt>
          <cx:pt idx="1161">0.49563353038296698</cx:pt>
          <cx:pt idx="1162">0.58244758435357202</cx:pt>
          <cx:pt idx="1163">0.58724220782256464</cx:pt>
          <cx:pt idx="1164">0.53153186379557027</cx:pt>
          <cx:pt idx="1165">0.27678457178400112</cx:pt>
          <cx:pt idx="1166">0.55492555575772984</cx:pt>
          <cx:pt idx="1167">0.27941302310971355</cx:pt>
          <cx:pt idx="1168">0.11034068562555741</cx:pt>
          <cx:pt idx="1169">0.61088544464353245</cx:pt>
          <cx:pt idx="1170">0.25289847378476765</cx:pt>
          <cx:pt idx="1171">0.31684638766478795</cx:pt>
          <cx:pt idx="1172">0.5055067747658778</cx:pt>
          <cx:pt idx="1173">0.43104641450786652</cx:pt>
          <cx:pt idx="1174">0.56395695229949772</cx:pt>
          <cx:pt idx="1175">0.29735003111552905</cx:pt>
          <cx:pt idx="1176">0.55927732863174795</cx:pt>
          <cx:pt idx="1177">0.66757777836594967</cx:pt>
          <cx:pt idx="1178">0.48146291248418638</cx:pt>
          <cx:pt idx="1179">0.38609987509623078</cx:pt>
          <cx:pt idx="1180">0.56656765320714175</cx:pt>
          <cx:pt idx="1181">0.53307983169921502</cx:pt>
          <cx:pt idx="1182">0.65217540653896378</cx:pt>
          <cx:pt idx="1183">0.54079198328161016</cx:pt>
          <cx:pt idx="1184">0.70066767498191618</cx:pt>
          <cx:pt idx="1185">0.52141487017549226</cx:pt>
          <cx:pt idx="1186">0.53266444624302922</cx:pt>
          <cx:pt idx="1187">0.017587396314308074</cx:pt>
          <cx:pt idx="1188">0.57210546500061144</cx:pt>
          <cx:pt idx="1189">0.56150184487205546</cx:pt>
          <cx:pt idx="1190">0.40301334836177455</cx:pt>
          <cx:pt idx="1191">0.48182816738384326</cx:pt>
          <cx:pt idx="1192">0.60609699902283698</cx:pt>
          <cx:pt idx="1193">0.54895586777282646</cx:pt>
          <cx:pt idx="1194">0.35863716156943681</cx:pt>
          <cx:pt idx="1195">0.24830525042675253</cx:pt>
          <cx:pt idx="1196">0.61268463575803378</cx:pt>
          <cx:pt idx="1197">0.30296133414536869</cx:pt>
          <cx:pt idx="1198">0.78186297623758083</cx:pt>
          <cx:pt idx="1199">0.43130120548636797</cx:pt>
          <cx:pt idx="1200">0.21911469018933613</cx:pt>
          <cx:pt idx="1201">0.32401344200119786</cx:pt>
          <cx:pt idx="1202">0.554978130197881</cx:pt>
          <cx:pt idx="1203">0.14356040686385463</cx:pt>
          <cx:pt idx="1204">0.66803634092369268</cx:pt>
          <cx:pt idx="1205">0.73843441068508919</cx:pt>
          <cx:pt idx="1206">0.59637207385682289</cx:pt>
          <cx:pt idx="1207">0.24424526383415673</cx:pt>
          <cx:pt idx="1208">0.40295946139184852</cx:pt>
          <cx:pt idx="1209">0.56298675737008452</cx:pt>
          <cx:pt idx="1210">0.82022437733443299</cx:pt>
          <cx:pt idx="1211">0.75140621820804099</cx:pt>
          <cx:pt idx="1212">0.37951223054268063</cx:pt>
          <cx:pt idx="1213">0.85487235903730041</cx:pt>
          <cx:pt idx="1214">0.70680853747305084</cx:pt>
          <cx:pt idx="1215">0.27437329927219295</cx:pt>
          <cx:pt idx="1216">0.62032370706293272</cx:pt>
          <cx:pt idx="1217">0.62905802103175468</cx:pt>
          <cx:pt idx="1218">0.55715038568561925</cx:pt>
          <cx:pt idx="1219">0.75671775546230546</cx:pt>
          <cx:pt idx="1220">0.461021450581865</cx:pt>
          <cx:pt idx="1221">0.3175183600828182</cx:pt>
          <cx:pt idx="1222">0.64199489834461343</cx:pt>
          <cx:pt idx="1223">0.61133961197591358</cx:pt>
          <cx:pt idx="1224">0.69086379587210356</cx:pt>
          <cx:pt idx="1225">0.53728863999650311</cx:pt>
          <cx:pt idx="1226">0.55450844820683753</cx:pt>
          <cx:pt idx="1227">0.34000100827827939</cx:pt>
          <cx:pt idx="1228">0.59472596941513667</cx:pt>
          <cx:pt idx="1229">0.45844920046660598</cx:pt>
          <cx:pt idx="1230">0.60281794675043898</cx:pt>
          <cx:pt idx="1231">0.37399202697013145</cx:pt>
          <cx:pt idx="1232">0.6021394856723028</cx:pt>
          <cx:pt idx="1233">0.34071210651082706</cx:pt>
          <cx:pt idx="1234">0.45722870825096545</cx:pt>
          <cx:pt idx="1235">0.53145111858257865</cx:pt>
          <cx:pt idx="1236">0.41623931051079061</cx:pt>
          <cx:pt idx="1237">0.22653287737405231</cx:pt>
          <cx:pt idx="1238">0.54041494032159676</cx:pt>
          <cx:pt idx="1239">0.40014407701800325</cx:pt>
          <cx:pt idx="1240">0.47848205787621384</cx:pt>
          <cx:pt idx="1241">0.30592188728228958</cx:pt>
          <cx:pt idx="1242">0.50475739903860584</cx:pt>
          <cx:pt idx="1243">0.86788612191947945</cx:pt>
          <cx:pt idx="1244">0.0061832180034455085</cx:pt>
          <cx:pt idx="1245">0.55643478029673532</cx:pt>
          <cx:pt idx="1246">0.25237814437791428</cx:pt>
          <cx:pt idx="1247">0.77865191296798941</cx:pt>
          <cx:pt idx="1248">0.70262865125532947</cx:pt>
          <cx:pt idx="1249">0.61119032859602929</cx:pt>
          <cx:pt idx="1250">0.4375222591410588</cx:pt>
          <cx:pt idx="1251">0.61791396821948674</cx:pt>
          <cx:pt idx="1252">0.58179890647413468</cx:pt>
          <cx:pt idx="1253">0.52312485079004278</cx:pt>
          <cx:pt idx="1254">0.52839916551303512</cx:pt>
          <cx:pt idx="1255">0.52972501426000174</cx:pt>
          <cx:pt idx="1256">0.51481909306601759</cx:pt>
          <cx:pt idx="1257">0.60323918146794064</cx:pt>
          <cx:pt idx="1258">0.27607691681227486</cx:pt>
          <cx:pt idx="1259">0.65262058038724124</cx:pt>
          <cx:pt idx="1260">0.38730925660746979</cx:pt>
          <cx:pt idx="1261">0.43904804502206612</cx:pt>
          <cx:pt idx="1262">0.37957562960971636</cx:pt>
          <cx:pt idx="1263">0.34094754355475787</cx:pt>
          <cx:pt idx="1264">0.434563819049547</cx:pt>
          <cx:pt idx="1265">0.21739513406969324</cx:pt>
          <cx:pt idx="1266">0.33901856303084449</cx:pt>
          <cx:pt idx="1267">0.29741280973254125</cx:pt>
          <cx:pt idx="1268">0.59936854244186788</cx:pt>
          <cx:pt idx="1269">0.24363993069293902</cx:pt>
          <cx:pt idx="1270">0.36423877616733685</cx:pt>
          <cx:pt idx="1271">0.66794367902309737</cx:pt>
          <cx:pt idx="1272">0.77768230039036124</cx:pt>
          <cx:pt idx="1273">0.55152528479684459</cx:pt>
          <cx:pt idx="1274">0.59246564046100558</cx:pt>
          <cx:pt idx="1275">0.25410334795296963</cx:pt>
          <cx:pt idx="1276">0.64735933955446845</cx:pt>
          <cx:pt idx="1277">0.536876631461641</cx:pt>
          <cx:pt idx="1278">0.35367402753665927</cx:pt>
          <cx:pt idx="1279">0.15796276826449437</cx:pt>
          <cx:pt idx="1280">0.34266151417268331</cx:pt>
          <cx:pt idx="1281">0.5076253097575909</cx:pt>
          <cx:pt idx="1282">0.29705532217277386</cx:pt>
          <cx:pt idx="1283">0.21733888375748139</cx:pt>
          <cx:pt idx="1284">0.33896433269713588</cx:pt>
          <cx:pt idx="1285">0.39588273383816863</cx:pt>
          <cx:pt idx="1286">0.47448967470624365</cx:pt>
          <cx:pt idx="1287">0.13753991630185855</cx:pt>
          <cx:pt idx="1288">0.58955548303697791</cx:pt>
          <cx:pt idx="1289">0.32419052636819429</cx:pt>
          <cx:pt idx="1290">0.30983313943981317</cx:pt>
          <cx:pt idx="1291">0.6242834117138274</cx:pt>
          <cx:pt idx="1292">0.13116703913558075</cx:pt>
          <cx:pt idx="1293">0.24776281638565878</cx:pt>
          <cx:pt idx="1294">0.50719113195211474</cx:pt>
          <cx:pt idx="1295">0.89112230554710226</cx:pt>
          <cx:pt idx="1296">0.56902304590149178</cx:pt>
          <cx:pt idx="1297">0.59000981832311039</cx:pt>
          <cx:pt idx="1298">0.54374550355283469</cx:pt>
          <cx:pt idx="1299">0.60662980656121535</cx:pt>
          <cx:pt idx="1300">0.70376271099482968</cx:pt>
          <cx:pt idx="1301">0.85660128535853675</cx:pt>
          <cx:pt idx="1302">0.56731718875667581</cx:pt>
          <cx:pt idx="1303">0.32335070475346733</cx:pt>
          <cx:pt idx="1304">0.49388323690462127</cx:pt>
          <cx:pt idx="1305">0.63287807514731986</cx:pt>
          <cx:pt idx="1306">0.45753934442823652</cx:pt>
          <cx:pt idx="1307">0.038384967640699139</cx:pt>
          <cx:pt idx="1308">0.49195229643416161</cx:pt>
          <cx:pt idx="1309">0.33722115556815857</cx:pt>
          <cx:pt idx="1310">0.20470018315264285</cx:pt>
          <cx:pt idx="1311">0.47794014249661515</cx:pt>
          <cx:pt idx="1312">0.57346737836346873</cx:pt>
          <cx:pt idx="1313">0.398709796944612</cx:pt>
          <cx:pt idx="1314">0.30664253677814246</cx:pt>
          <cx:pt idx="1315">0.30938858198958513</cx:pt>
          <cx:pt idx="1316">0.4185644914723004</cx:pt>
          <cx:pt idx="1317">0.34404999768449096</cx:pt>
          <cx:pt idx="1318">0.21105993816617283</cx:pt>
          <cx:pt idx="1319">0.43818109043358011</cx:pt>
          <cx:pt idx="1320">0.52343142432936751</cx:pt>
          <cx:pt idx="1321">0.50630999701481716</cx:pt>
          <cx:pt idx="1322">0.37079317266056078</cx:pt>
          <cx:pt idx="1323">0.27707019747621053</cx:pt>
          <cx:pt idx="1324">0.50520971199130549</cx:pt>
          <cx:pt idx="1325">0.30281185748886391</cx:pt>
          <cx:pt idx="1326">0.26959225619342292</cx:pt>
          <cx:pt idx="1327">0.58876917196664125</cx:pt>
          <cx:pt idx="1328">0.30064146118102147</cx:pt>
          <cx:pt idx="1329">0.35941826500318858</cx:pt>
          <cx:pt idx="1330">0.57586608870059797</cx:pt>
          <cx:pt idx="1331">0.55794130834244882</cx:pt>
          <cx:pt idx="1332">0.76819315976756053</cx:pt>
          <cx:pt idx="1333">0.32175665854000712</cx:pt>
          <cx:pt idx="1334">0.18845409048593237</cx:pt>
          <cx:pt idx="1335">0.83911205578238768</cx:pt>
          <cx:pt idx="1336">0.65494392876474861</cx:pt>
          <cx:pt idx="1337">0.62339759770724923</cx:pt>
          <cx:pt idx="1338">0.36474648373789287</cx:pt>
          <cx:pt idx="1339">0.36327681053914623</cx:pt>
          <cx:pt idx="1340">0.17920451559056061</cx:pt>
          <cx:pt idx="1341">0.15469427275059774</cx:pt>
          <cx:pt idx="1342">0.42033003733628072</cx:pt>
          <cx:pt idx="1343">0.53951728699812307</cx:pt>
          <cx:pt idx="1344">0.41996780426565988</cx:pt>
          <cx:pt idx="1345">0.2437111327772257</cx:pt>
          <cx:pt idx="1346">0.45854933824407956</cx:pt>
          <cx:pt idx="1347">0.2833623013946352</cx:pt>
          <cx:pt idx="1348">0.59128946998595566</cx:pt>
          <cx:pt idx="1349">0.21134830877131008</cx:pt>
          <cx:pt idx="1350">0.10691922440607726</cx:pt>
          <cx:pt idx="1351">0.27134879113422078</cx:pt>
          <cx:pt idx="1352">0.28723525727849347</cx:pt>
          <cx:pt idx="1353">0.3764290505741697</cx:pt>
          <cx:pt idx="1354">0.23930442064163834</cx:pt>
          <cx:pt idx="1355">0.69451619169294243</cx:pt>
          <cx:pt idx="1356">0.51988596206225479</cx:pt>
          <cx:pt idx="1357">0.5311592594449549</cx:pt>
          <cx:pt idx="1358">0.63737766115191585</cx:pt>
          <cx:pt idx="1359">0.50052572121769845</cx:pt>
          <cx:pt idx="1360">0.52906906298154333</cx:pt>
          <cx:pt idx="1361">0.52840071285411261</cx:pt>
          <cx:pt idx="1362">0.80106852263328354</cx:pt>
          <cx:pt idx="1363">0.52160616116953273</cx:pt>
          <cx:pt idx="1364">0.610568406797527</cx:pt>
          <cx:pt idx="1365">0.53229347024207463</cx:pt>
          <cx:pt idx="1366">0.34810244879874269</cx:pt>
          <cx:pt idx="1367">0.0051529085831670818</cx:pt>
          <cx:pt idx="1368">0.47338736935010589</cx:pt>
          <cx:pt idx="1369">0.21572551868077108</cx:pt>
          <cx:pt idx="1370">0.61223831374617788</cx:pt>
          <cx:pt idx="1371">0.50553453173929186</cx:pt>
          <cx:pt idx="1372">0.38727025133203413</cx:pt>
          <cx:pt idx="1373">0.30607872827082899</cx:pt>
          <cx:pt idx="1374">0.22063263883561582</cx:pt>
          <cx:pt idx="1375">0.59216231378403039</cx:pt>
          <cx:pt idx="1376">0.63167765333130199</cx:pt>
          <cx:pt idx="1377">0.38251827068975497</cx:pt>
          <cx:pt idx="1378">0.56531652422982159</cx:pt>
          <cx:pt idx="1379">0.81788474435565472</cx:pt>
          <cx:pt idx="1380">0.20020431469978173</cx:pt>
          <cx:pt idx="1381">0.55414351086038682</cx:pt>
          <cx:pt idx="1382">0.72512338520934372</cx:pt>
          <cx:pt idx="1383">0.63501852093001754</cx:pt>
          <cx:pt idx="1384">0.39000988368320944</cx:pt>
          <cx:pt idx="1385">0.25489049390678992</cx:pt>
          <cx:pt idx="1386">0.45938200788884709</cx:pt>
          <cx:pt idx="1387">0.53626738910009009</cx:pt>
          <cx:pt idx="1388">0.85465972325695716</cx:pt>
          <cx:pt idx="1389">0.18589897684912712</cx:pt>
          <cx:pt idx="1390">0.4209586875355088</cx:pt>
          <cx:pt idx="1391">0.55302450303329986</cx:pt>
          <cx:pt idx="1392">0.51489443393354828</cx:pt>
          <cx:pt idx="1393">0.27833120672576561</cx:pt>
          <cx:pt idx="1394">0.55487523411172524</cx:pt>
          <cx:pt idx="1395">0.26009175481537922</cx:pt>
          <cx:pt idx="1396">0.31502933812383876</cx:pt>
          <cx:pt idx="1397">0.17365071732547205</cx:pt>
          <cx:pt idx="1398">0.62746878199676914</cx:pt>
          <cx:pt idx="1399">0.48307734306173178</cx:pt>
          <cx:pt idx="1400">0.27978593744722241</cx:pt>
          <cx:pt idx="1401">0.27563322772875565</cx:pt>
          <cx:pt idx="1402">0.37274576551434874</cx:pt>
          <cx:pt idx="1403">0.38479920416756735</cx:pt>
          <cx:pt idx="1404">0.58507525281801187</cx:pt>
          <cx:pt idx="1405">0.2665166155114102</cx:pt>
          <cx:pt idx="1406">0.41779881957775011</cx:pt>
          <cx:pt idx="1407">0.7457966563565378</cx:pt>
          <cx:pt idx="1408">0.71163491500394305</cx:pt>
          <cx:pt idx="1409">0.48184939851386993</cx:pt>
          <cx:pt idx="1410">0.29943084732593456</cx:pt>
          <cx:pt idx="1411">0.55088509594237145</cx:pt>
          <cx:pt idx="1412">0.67703207318427372</cx:pt>
          <cx:pt idx="1413">0.57573033271173846</cx:pt>
          <cx:pt idx="1414">0.6291716324633756</cx:pt>
          <cx:pt idx="1415">0.50563582516174288</cx:pt>
          <cx:pt idx="1416">0.6645830855620084</cx:pt>
          <cx:pt idx="1417">0.076288864926236682</cx:pt>
          <cx:pt idx="1418">0.59471406953785344</cx:pt>
          <cx:pt idx="1419">0.13880233887761995</cx:pt>
          <cx:pt idx="1420">0.53925868968120017</cx:pt>
          <cx:pt idx="1421">0.4930311701456615</cx:pt>
          <cx:pt idx="1422">0.29178837315316558</cx:pt>
          <cx:pt idx="1423">0.36133349547400018</cx:pt>
          <cx:pt idx="1424">0.47789392369024075</cx:pt>
          <cx:pt idx="1425">0.57098982180978952</cx:pt>
          <cx:pt idx="1426">0.32694380315500754</cx:pt>
          <cx:pt idx="1427">0.2743505880333294</cx:pt>
          <cx:pt idx="1428">0.55395968702566067</cx:pt>
          <cx:pt idx="1429">0.19469517329427499</cx:pt>
          <cx:pt idx="1430">0.62708558503496659</cx:pt>
          <cx:pt idx="1431">0.38920968740412987</cx:pt>
          <cx:pt idx="1432">0.84280440949411728</cx:pt>
          <cx:pt idx="1433">0.34851097136892106</cx:pt>
          <cx:pt idx="1434">0.43383013481371879</cx:pt>
          <cx:pt idx="1435">0.2864568957711065</cx:pt>
          <cx:pt idx="1436">0.36513192640348374</cx:pt>
          <cx:pt idx="1437">0.54058086011448725</cx:pt>
          <cx:pt idx="1438">0.52810609746311388</cx:pt>
          <cx:pt idx="1439">0.32693747440635018</cx:pt>
          <cx:pt idx="1440">0.0059089224576889888</cx:pt>
          <cx:pt idx="1441">0.20906648535488576</cx:pt>
          <cx:pt idx="1442">0.3746154681888636</cx:pt>
          <cx:pt idx="1443">0.53668289559028082</cx:pt>
          <cx:pt idx="1444">0.36658338141917945</cx:pt>
          <cx:pt idx="1445">0.58962982689703392</cx:pt>
          <cx:pt idx="1446">0.39957589317248671</cx:pt>
          <cx:pt idx="1447">0.75239006925241003</cx:pt>
          <cx:pt idx="1448">0.45805934131049159</cx:pt>
          <cx:pt idx="1449">0.44572627517128471</cx:pt>
          <cx:pt idx="1450">0.59523198869538008</cx:pt>
          <cx:pt idx="1451">0.15705566207626231</cx:pt>
          <cx:pt idx="1452">0.34379892611698754</cx:pt>
          <cx:pt idx="1453">0.50746627519288534</cx:pt>
          <cx:pt idx="1454">0.33135932855432848</cx:pt>
          <cx:pt idx="1455">0.18650746619999678</cx:pt>
          <cx:pt idx="1456">0.4880666245906165</cx:pt>
          <cx:pt idx="1457">0.6591383754506599</cx:pt>
          <cx:pt idx="1458">0.54485540912197084</cx:pt>
          <cx:pt idx="1459">0.39393173467870279</cx:pt>
          <cx:pt idx="1460">0.53892239952663734</cx:pt>
          <cx:pt idx="1461">0.83405703627883798</cx:pt>
          <cx:pt idx="1462">0.5779645648492906</cx:pt>
          <cx:pt idx="1463">0.59899992406170266</cx:pt>
          <cx:pt idx="1464">0.24320801536139633</cx:pt>
          <cx:pt idx="1465">0.45769331153927456</cx:pt>
          <cx:pt idx="1466">0.80979411912754085</cx:pt>
          <cx:pt idx="1467">0.31430418848139213</cx:pt>
          <cx:pt idx="1468">0.53244015763520769</cx:pt>
          <cx:pt idx="1469">0.36883283690505358</cx:pt>
          <cx:pt idx="1470">0.522348011781812</cx:pt>
          <cx:pt idx="1471">0.43173840742519787</cx:pt>
          <cx:pt idx="1472">0.57112826732937738</cx:pt>
          <cx:pt idx="1473">0.28196469764324605</cx:pt>
          <cx:pt idx="1474">0.54742540447345589</cx:pt>
          <cx:pt idx="1475">0.47804984396685352</cx:pt>
          <cx:pt idx="1476">0.85771466400604968</cx:pt>
          <cx:pt idx="1477">0.66467097701040778</cx:pt>
          <cx:pt idx="1478">0.57389587304731882</cx:pt>
          <cx:pt idx="1479">0.87525287663541229</cx:pt>
          <cx:pt idx="1480">0.31499620502572884</cx:pt>
          <cx:pt idx="1481">0.5782322443265856</cx:pt>
          <cx:pt idx="1482">0.64981429652700351</cx:pt>
          <cx:pt idx="1483">0.35944436812142916</cx:pt>
          <cx:pt idx="1484">0.83885467868313279</cx:pt>
          <cx:pt idx="1485">0.490788664005193</cx:pt>
          <cx:pt idx="1486">0.33504027611023901</cx:pt>
          <cx:pt idx="1487">0.36821599207510053</cx:pt>
          <cx:pt idx="1488">0.45337189444197074</cx:pt>
          <cx:pt idx="1489">0.3079070023547214</cx:pt>
          <cx:pt idx="1490">0.62534046896324269</cx:pt>
          <cx:pt idx="1491">0.60200895298886248</cx:pt>
          <cx:pt idx="1492">0.58350169187838019</cx:pt>
          <cx:pt idx="1493">0.27244679443794756</cx:pt>
          <cx:pt idx="1494">0.65988683169305939</cx:pt>
          <cx:pt idx="1495">0.4132783632290295</cx:pt>
          <cx:pt idx="1496">0.61582286228261629</cx:pt>
          <cx:pt idx="1497">0.53485029928795969</cx:pt>
          <cx:pt idx="1498">0.51704346025698744</cx:pt>
          <cx:pt idx="1499">0.58953180137177885</cx:pt>
          <cx:pt idx="1500">0.78469181118955456</cx:pt>
          <cx:pt idx="1501">0.71657829391337091</cx:pt>
          <cx:pt idx="1502">0.5281036277637533</cx:pt>
          <cx:pt idx="1503">0.67345648125251878</cx:pt>
          <cx:pt idx="1504">0.52878278836802106</cx:pt>
          <cx:pt idx="1505">0.61093404439081789</cx:pt>
          <cx:pt idx="1506">0.7851581530581464</cx:pt>
          <cx:pt idx="1507">0.3346694815947871</cx:pt>
          <cx:pt idx="1508">0.52738561678919116</cx:pt>
          <cx:pt idx="1509">0.16362077887367107</cx:pt>
          <cx:pt idx="1510">0.8376874379883813</cx:pt>
          <cx:pt idx="1511">0.53671372431057118</cx:pt>
          <cx:pt idx="1512">0.53329308232922201</cx:pt>
          <cx:pt idx="1513">0.55418931802591631</cx:pt>
          <cx:pt idx="1514">0.30295083331782302</cx:pt>
          <cx:pt idx="1515">0.35969570130431761</cx:pt>
          <cx:pt idx="1516">0.56980730663508705</cx:pt>
          <cx:pt idx="1517">0.38682147114739224</cx:pt>
          <cx:pt idx="1518">0.45925850271431057</cx:pt>
          <cx:pt idx="1519">0.63761296971420045</cx:pt>
          <cx:pt idx="1520">0.43638656300839757</cx:pt>
          <cx:pt idx="1521">0.50518501844087549</cx:pt>
          <cx:pt idx="1522">0.51049082831123682</cx:pt>
          <cx:pt idx="1523">0.65224101748753216</cx:pt>
          <cx:pt idx="1524">0.59412832571310703</cx:pt>
          <cx:pt idx="1525">0.53997281586362855</cx:pt>
          <cx:pt idx="1526">0.4058520409717013</cx:pt>
          <cx:pt idx="1527">0.51770025250210272</cx:pt>
          <cx:pt idx="1528">0.41181849648231517</cx:pt>
          <cx:pt idx="1529">0.16400822975013638</cx:pt>
          <cx:pt idx="1530">0.38234528894311876</cx:pt>
          <cx:pt idx="1531">0.35578627455316947</cx:pt>
          <cx:pt idx="1532">0.37114970385042095</cx:pt>
          <cx:pt idx="1533">0.39404518510719999</cx:pt>
          <cx:pt idx="1534">0.4367883999979788</cx:pt>
          <cx:pt idx="1535">0.38574400603888398</cx:pt>
          <cx:pt idx="1536">0.077128408308123092</cx:pt>
          <cx:pt idx="1537">0.40493514466132358</cx:pt>
          <cx:pt idx="1538">0.57457718503530664</cx:pt>
          <cx:pt idx="1539">0.18330979382144694</cx:pt>
          <cx:pt idx="1540">0.4010544925744528</cx:pt>
          <cx:pt idx="1541">0.33216330736489941</cx:pt>
          <cx:pt idx="1542">0.5826440813717304</cx:pt>
          <cx:pt idx="1543">0.30330376001805259</cx:pt>
          <cx:pt idx="1544">0.78586828382326224</cx:pt>
          <cx:pt idx="1545">0.58604277259763626</cx:pt>
          <cx:pt idx="1546">0.49516484339236982</cx:pt>
          <cx:pt idx="1547">0.47636825619588746</cx:pt>
          <cx:pt idx="1548">0.55655422778187602</cx:pt>
          <cx:pt idx="1549">0.73553815922387467</cx:pt>
          <cx:pt idx="1550">0.29437654226587684</cx:pt>
          <cx:pt idx="1551">0.40282514607229192</cx:pt>
          <cx:pt idx="1552">0.44631696729329567</cx:pt>
          <cx:pt idx="1553">0.65145881485411883</cx:pt>
          <cx:pt idx="1554">0.81812193576671133</cx:pt>
          <cx:pt idx="1555">0.3858282530954093</cx:pt>
          <cx:pt idx="1556">0.23257439579192174</cx:pt>
          <cx:pt idx="1557">0.61061711430324794</cx:pt>
          <cx:pt idx="1558">0.53506720071226588</cx:pt>
          <cx:pt idx="1559">0.32319806337020973</cx:pt>
          <cx:pt idx="1560">0.53187525491844723</cx:pt>
          <cx:pt idx="1561">0.57000793622843138</cx:pt>
          <cx:pt idx="1562">0.5164888952939799</cx:pt>
          <cx:pt idx="1563">0.84989335541370625</cx:pt>
          <cx:pt idx="1564">0.60238989713604973</cx:pt>
          <cx:pt idx="1565">0.37535467300575492</cx:pt>
          <cx:pt idx="1566">0.61301024043810781</cx:pt>
          <cx:pt idx="1567">0.58929046268696617</cx:pt>
          <cx:pt idx="1568">0.5290617782100927</cx:pt>
          <cx:pt idx="1569">0.31154137706276258</cx:pt>
          <cx:pt idx="1570">0.44307678842717824</cx:pt>
          <cx:pt idx="1571">0.89371342063160653</cx:pt>
          <cx:pt idx="1572">0.40054415040244862</cx:pt>
          <cx:pt idx="1573">0.58089257293284702</cx:pt>
          <cx:pt idx="1574">0.53308141660452968</cx:pt>
          <cx:pt idx="1575">0.55298735968563917</cx:pt>
          <cx:pt idx="1576">0.39825635665172271</cx:pt>
          <cx:pt idx="1577">0.38501514452722352</cx:pt>
          <cx:pt idx="1578">0.41640470447755229</cx:pt>
          <cx:pt idx="1579">0.79805668863236834</cx:pt>
          <cx:pt idx="1580">0.48090212622172884</cx:pt>
          <cx:pt idx="1581">0.56669903344426675</cx:pt>
          <cx:pt idx="1582">0.60842048556821582</cx:pt>
          <cx:pt idx="1583">0.70397174077569846</cx:pt>
          <cx:pt idx="1584">0.19651620861873637</cx:pt>
          <cx:pt idx="1585">0.36766813576004365</cx:pt>
          <cx:pt idx="1586">0.53119886838509878</cx:pt>
          <cx:pt idx="1587">0.83713598263386846</cx:pt>
          <cx:pt idx="1588">0.27224084082238881</cx:pt>
          <cx:pt idx="1589">0.81400975517298246</cx:pt>
          <cx:pt idx="1590">0.58326131674362125</cx:pt>
          <cx:pt idx="1591">0.34566408293402873</cx:pt>
          <cx:pt idx="1592">0.58931929289870055</cx:pt>
          <cx:pt idx="1593">0.16131721427015436</cx:pt>
          <cx:pt idx="1594">0.33698508182730819</cx:pt>
          <cx:pt idx="1595">0.32100770723712857</cx:pt>
          <cx:pt idx="1596">0.64931993932381071</cx:pt>
          <cx:pt idx="1597">0.36166197354918639</cx:pt>
          <cx:pt idx="1598">0.49915040587437237</cx:pt>
          <cx:pt idx="1599">0.37517063355730396</cx:pt>
          <cx:pt idx="1600">0.56450149892867019</cx:pt>
          <cx:pt idx="1601">0.56048715246297021</cx:pt>
          <cx:pt idx="1602">0.75798181446399782</cx:pt>
          <cx:pt idx="1603">0.31491305952499132</cx:pt>
          <cx:pt idx="1604">0.58943742779180786</cx:pt>
          <cx:pt idx="1605">0.64148598755140618</cx:pt>
          <cx:pt idx="1606">0.41802807485582877</cx:pt>
          <cx:pt idx="1607">0.38312009945214487</cx:pt>
          <cx:pt idx="1608">0.36652888824614255</cx:pt>
          <cx:pt idx="1609">0.35861366257471827</cx:pt>
          <cx:pt idx="1610">0.59681538629495134</cx:pt>
          <cx:pt idx="1611">0.59706494163681434</cx:pt>
          <cx:pt idx="1612">0.58322626972016023</cx:pt>
          <cx:pt idx="1613">0.25766494512132787</cx:pt>
          <cx:pt idx="1614">0.55330233516675487</cx:pt>
          <cx:pt idx="1615">0.44033697439154929</cx:pt>
          <cx:pt idx="1616">0.441820676313461</cx:pt>
          <cx:pt idx="1617">0.56695797108276114</cx:pt>
          <cx:pt idx="1618">0.55420168992778573</cx:pt>
          <cx:pt idx="1619">0.41253768763423665</cx:pt>
          <cx:pt idx="1620">0.63093665240430008</cx:pt>
          <cx:pt idx="1621">0.21234667974715607</cx:pt>
          <cx:pt idx="1622">0.24342292371299437</cx:pt>
          <cx:pt idx="1623">0.077317372630931733</cx:pt>
          <cx:pt idx="1624">0.49578077645455948</cx:pt>
          <cx:pt idx="1625">0.35923843702410752</cx:pt>
          <cx:pt idx="1626">0.18589570057299543</cx:pt>
          <cx:pt idx="1627">0.55317171935061982</cx:pt>
          <cx:pt idx="1628">0.31302014825330704</cx:pt>
          <cx:pt idx="1629">0.46659454312617205</cx:pt>
          <cx:pt idx="1630">0.54132375314597592</cx:pt>
          <cx:pt idx="1631">0.53241788236757592</cx:pt>
          <cx:pt idx="1632">0.42966058950719604</cx:pt>
          <cx:pt idx="1633">0.86738633043889257</cx:pt>
          <cx:pt idx="1634">0.31993770759036166</cx:pt>
          <cx:pt idx="1635">0.2936078305094611</cx:pt>
          <cx:pt idx="1636">0.82314725212851403</cx:pt>
          <cx:pt idx="1637">0.40025907419292284</cx:pt>
          <cx:pt idx="1638">0.21169297066451775</cx:pt>
          <cx:pt idx="1639">0.26207230537028164</cx:pt>
          <cx:pt idx="1640">0.51886993630657852</cx:pt>
          <cx:pt idx="1641">0.69944859833668027</cx:pt>
          <cx:pt idx="1642">0.13297221163846484</cx:pt>
          <cx:pt idx="1643">0.35102231352878582</cx:pt>
          <cx:pt idx="1644">0.59152572823563099</cx:pt>
          <cx:pt idx="1645">0.67049920831158571</cx:pt>
          <cx:pt idx="1646">0.6089481466904747</cx:pt>
          <cx:pt idx="1647">0.39958018923363692</cx:pt>
          <cx:pt idx="1648">0.55088265662977387</cx:pt>
          <cx:pt idx="1649">0.18972579559644126</cx:pt>
          <cx:pt idx="1650">0.29965201583289985</cx:pt>
          <cx:pt idx="1651">0.58917481757404644</cx:pt>
          <cx:pt idx="1652">0.43132324525375682</cx:pt>
          <cx:pt idx="1653">0.18647145770786908</cx:pt>
          <cx:pt idx="1654">0.53164496327983779</cx:pt>
          <cx:pt idx="1655">0.56351852326793295</cx:pt>
          <cx:pt idx="1656">0.35971846946394581</cx:pt>
          <cx:pt idx="1657">0.61388704529161586</cx:pt>
          <cx:pt idx="1658">0.55005875164165174</cx:pt>
          <cx:pt idx="1659">0.48695044598951298</cx:pt>
          <cx:pt idx="1660">0.4448051428285017</cx:pt>
          <cx:pt idx="1661">0.62745472140096914</cx:pt>
          <cx:pt idx="1662">0.59757262138440714</cx:pt>
          <cx:pt idx="1663">0.51762743218576102</cx:pt>
          <cx:pt idx="1664">0.55819027283583555</cx:pt>
          <cx:pt idx="1665">0.40838085429234056</cx:pt>
          <cx:pt idx="1666">0.19611193103707972</cx:pt>
          <cx:pt idx="1667">0.20887655315889961</cx:pt>
          <cx:pt idx="1668">0.46447271439192656</cx:pt>
          <cx:pt idx="1669">0.65121785058757931</cx:pt>
          <cx:pt idx="1670">0.56228437567127187</cx:pt>
          <cx:pt idx="1671">0.73680935054354824</cx:pt>
          <cx:pt idx="1672">0.27847843117653309</cx:pt>
          <cx:pt idx="1673">0.57035473860631347</cx:pt>
          <cx:pt idx="1674">0.49260445185131013</cx:pt>
          <cx:pt idx="1675">0.83109017984932976</cx:pt>
          <cx:pt idx="1676">0.58571324057351992</cx:pt>
          <cx:pt idx="1677">0.14233975876842314</cx:pt>
          <cx:pt idx="1678">0.31926292021246078</cx:pt>
          <cx:pt idx="1679">0.48288758827907063</cx:pt>
          <cx:pt idx="1680">0.554791157084217</cx:pt>
          <cx:pt idx="1681">0.71779628326188161</cx:pt>
          <cx:pt idx="1682">0.61763246754559542</cx:pt>
          <cx:pt idx="1683">0.64653457968343764</cx:pt>
          <cx:pt idx="1684">0.45576134964540771</cx:pt>
          <cx:pt idx="1685">0.47838742115670652</cx:pt>
          <cx:pt idx="1686">0.74817788053223711</cx:pt>
          <cx:pt idx="1687">0.53237633994964806</cx:pt>
          <cx:pt idx="1688">0.6025054549229838</cx:pt>
          <cx:pt idx="1689">0.29164425600049382</cx:pt>
          <cx:pt idx="1690">0.53227339655780737</cx:pt>
          <cx:pt idx="1691">0.38141673465082493</cx:pt>
          <cx:pt idx="1692">0.28683242496003997</cx:pt>
          <cx:pt idx="1693">0.32934843901072619</cx:pt>
          <cx:pt idx="1694">0.52707983727322838</cx:pt>
          <cx:pt idx="1695">0.49749963523363255</cx:pt>
          <cx:pt idx="1696">0.63604175454390388</cx:pt>
          <cx:pt idx="1697">0.35838205241847365</cx:pt>
          <cx:pt idx="1698">0.51225296953926025</cx:pt>
          <cx:pt idx="1699">0.31624735890605932</cx:pt>
          <cx:pt idx="1700">0.53362381939202019</cx:pt>
          <cx:pt idx="1701">0.27125509225782307</cx:pt>
          <cx:pt idx="1702">0.12161760698030923</cx:pt>
          <cx:pt idx="1703">0.52680280091722909</cx:pt>
          <cx:pt idx="1704">0.49739220748833679</cx:pt>
          <cx:pt idx="1705">0.16891225103382437</cx:pt>
          <cx:pt idx="1706">0.58516330012041906</cx:pt>
          <cx:pt idx="1707">0.5529229462748011</cx:pt>
          <cx:pt idx="1708">0.42474324420034321</cx:pt>
          <cx:pt idx="1709">0.59812574160063303</cx:pt>
          <cx:pt idx="1710">0.32822095162232612</cx:pt>
          <cx:pt idx="1711">0.1098219625408824</cx:pt>
          <cx:pt idx="1712">0.49799445666675224</cx:pt>
          <cx:pt idx="1713">0.6890718882144603</cx:pt>
          <cx:pt idx="1714">0.26374550060385443</cx:pt>
          <cx:pt idx="1715">0.83158498346974152</cx:pt>
          <cx:pt idx="1716">0.60350171601411928</cx:pt>
          <cx:pt idx="1717">0.57601824778224719</cx:pt>
          <cx:pt idx="1718">0.60590681217150999</cx:pt>
          <cx:pt idx="1719">0.44454354200830348</cx:pt>
          <cx:pt idx="1720">0.36143607728937566</cx:pt>
          <cx:pt idx="1721">0.44736132245705684</cx:pt>
          <cx:pt idx="1722">0.53435386667523377</cx:pt>
          <cx:pt idx="1723">0.58778523948217176</cx:pt>
          <cx:pt idx="1724">0.55386411801389779</cx:pt>
          <cx:pt idx="1725">0.4590008812075127</cx:pt>
          <cx:pt idx="1726">0.62789170132900474</cx:pt>
          <cx:pt idx="1727">0.5837803412394249</cx:pt>
          <cx:pt idx="1728">0.54158461431619187</cx:pt>
          <cx:pt idx="1729">0.56688448352161336</cx:pt>
          <cx:pt idx="1730">0.51550309285845375</cx:pt>
          <cx:pt idx="1731">0.021641464294519464</cx:pt>
          <cx:pt idx="1732">0.50509246097692739</cx:pt>
          <cx:pt idx="1733">0.43329200719562705</cx:pt>
          <cx:pt idx="1734">0.27328493124245801</cx:pt>
          <cx:pt idx="1735">0.9162664412544711</cx:pt>
          <cx:pt idx="1736">0.63788780259664679</cx:pt>
          <cx:pt idx="1737">0.14012768040078394</cx:pt>
          <cx:pt idx="1738">0.43896061237268469</cx:pt>
          <cx:pt idx="1739">0.38908989111581194</cx:pt>
          <cx:pt idx="1740">0.90607787716070765</cx:pt>
          <cx:pt idx="1741">0.12922409876699381</cx:pt>
          <cx:pt idx="1742">0.34120521312116459</cx:pt>
          <cx:pt idx="1743">0.66070851611610915</cx:pt>
          <cx:pt idx="1744">0.67125286473752677</cx:pt>
          <cx:pt idx="1745">0.27376335641793531</cx:pt>
          <cx:pt idx="1746">0.55303083763117611</cx:pt>
          <cx:pt idx="1747">0.37057974024657797</cx:pt>
          <cx:pt idx="1748">0.61080001789676275</cx:pt>
          <cx:pt idx="1749">0.52811268483082063</cx:pt>
          <cx:pt idx="1750">0.65107476381637419</cx:pt>
          <cx:pt idx="1751">0.5205609723377288</cx:pt>
          <cx:pt idx="1752">0.65478607188332916</cx:pt>
          <cx:pt idx="1753">0.50953664851339575</cx:pt>
          <cx:pt idx="1754">0.34108468644070905</cx:pt>
          <cx:pt idx="1755">0.4541393847786821</cx:pt>
          <cx:pt idx="1756">0.70162611677049613</cx:pt>
          <cx:pt idx="1757">0.27173034608479002</cx:pt>
          <cx:pt idx="1758">0.25292145394703947</cx:pt>
          <cx:pt idx="1759">0.23067390021476633</cx:pt>
          <cx:pt idx="1760">0.62542620802322013</cx:pt>
          <cx:pt idx="1761">0.55396607376229534</cx:pt>
          <cx:pt idx="1762">0.49988661264237366</cx:pt>
          <cx:pt idx="1763">0.49849746721971033</cx:pt>
          <cx:pt idx="1764">0.34819763980293972</cx:pt>
          <cx:pt idx="1765">0.89794999373118212</cx:pt>
          <cx:pt idx="1766">0.63359516780830183</cx:pt>
          <cx:pt idx="1767">0.17921660090556193</cx:pt>
          <cx:pt idx="1768">0.48721702760958452</cx:pt>
          <cx:pt idx="1769">0.17025188262782917</cx:pt>
          <cx:pt idx="1770">0.37946491496097229</cx:pt>
          <cx:pt idx="1771">0.63012830392495489</cx:pt>
          <cx:pt idx="1772">0.36920837206834312</cx:pt>
          <cx:pt idx="1773">0.13553982010863042</cx:pt>
          <cx:pt idx="1774">0.28550445771947841</cx:pt>
          <cx:pt idx="1775">0.78108486375950936</cx:pt>
          <cx:pt idx="1776">0.47015466968045289</cx:pt>
          <cx:pt idx="1777">0.49566169695732115</cx:pt>
          <cx:pt idx="1778">0.27515147680830915</cx:pt>
          <cx:pt idx="1779">0.40650871718505976</cx:pt>
          <cx:pt idx="1780">0.22433805940496399</cx:pt>
          <cx:pt idx="1781">0.24468439846440182</cx:pt>
          <cx:pt idx="1782">0.19470880741719709</cx:pt>
          <cx:pt idx="1783">0.49519857675498008</cx:pt>
          <cx:pt idx="1784">0.79746433896479929</cx:pt>
          <cx:pt idx="1785">0.40054477509349479</cx:pt>
          <cx:pt idx="1786">0.47390363917668893</cx:pt>
          <cx:pt idx="1787">0.8539273455814389</cx:pt>
          <cx:pt idx="1788">0.20891827977181243</cx:pt>
          <cx:pt idx="1789">0.53327767897935507</cx:pt>
          <cx:pt idx="1790">0.36540969226719361</cx:pt>
          <cx:pt idx="1791">0.60795359915891878</cx:pt>
          <cx:pt idx="1792">0.55798124871408128</cx:pt>
          <cx:pt idx="1793">0.62802961366009069</cx:pt>
          <cx:pt idx="1794">0.50228525983980354</cx:pt>
          <cx:pt idx="1795">0.30965530551768378</cx:pt>
          <cx:pt idx="1796">0.70162225730613603</cx:pt>
          <cx:pt idx="1797">0.78563083765601305</cx:pt>
          <cx:pt idx="1798">0.53841813095154367</cx:pt>
          <cx:pt idx="1799">0.42876809071104727</cx:pt>
          <cx:pt idx="1800">0.3169113534116148</cx:pt>
          <cx:pt idx="1801">0.39810918055464867</cx:pt>
          <cx:pt idx="1802">0.55165385692744295</cx:pt>
          <cx:pt idx="1803">0.42088732285309527</cx:pt>
          <cx:pt idx="1804">0.43747369933756791</cx:pt>
          <cx:pt idx="1805">0.53685349530522508</cx:pt>
          <cx:pt idx="1806">0.4167878580405498</cx:pt>
          <cx:pt idx="1807">0.51292637879016123</cx:pt>
          <cx:pt idx="1808">0.63231353403174995</cx:pt>
          <cx:pt idx="1809">0.21894633482570483</cx:pt>
          <cx:pt idx="1810">0.27108108185368479</cx:pt>
          <cx:pt idx="1811">0.73066156830108631</cx:pt>
          <cx:pt idx="1812">0.59589210191582354</cx:pt>
          <cx:pt idx="1813">0.48054388517598456</cx:pt>
          <cx:pt idx="1814">0.69661176321296903</cx:pt>
          <cx:pt idx="1815">0.56284681299752837</cx:pt>
          <cx:pt idx="1816">0.61543384891449737</cx:pt>
          <cx:pt idx="1817">0.58465547779989957</cx:pt>
          <cx:pt idx="1818">0.4590342790986815</cx:pt>
          <cx:pt idx="1819">0.36223996377606205</cx:pt>
          <cx:pt idx="1820">0.83195918132416546</cx:pt>
          <cx:pt idx="1821">0.24169039626097147</cx:pt>
          <cx:pt idx="1822">0.62880856068751245</cx:pt>
          <cx:pt idx="1823">0.24980857025433587</cx:pt>
          <cx:pt idx="1824">0.16439503010292408</cx:pt>
          <cx:pt idx="1825">0.57269460504198977</cx:pt>
          <cx:pt idx="1826">0.43611311542215392</cx:pt>
          <cx:pt idx="1827">0.81536535039989244</cx:pt>
          <cx:pt idx="1828">0.51611682927841629</cx:pt>
          <cx:pt idx="1829">0.44018064832544412</cx:pt>
          <cx:pt idx="1830">0.51519127261352748</cx:pt>
          <cx:pt idx="1831">0.54515741824097685</cx:pt>
          <cx:pt idx="1832">0.75107492580314261</cx:pt>
          <cx:pt idx="1833">0.51360168525883154</cx:pt>
          <cx:pt idx="1834">0.27381120436697681</cx:pt>
          <cx:pt idx="1835">0.37699321241772232</cx:pt>
          <cx:pt idx="1836">0.19767893074063161</cx:pt>
          <cx:pt idx="1837">0.71815641638354144</cx:pt>
          <cx:pt idx="1838">0.71109974929385378</cx:pt>
          <cx:pt idx="1839">0.41664341947962924</cx:pt>
          <cx:pt idx="1840">0.55452351047701109</cx:pt>
          <cx:pt idx="1841">0.82080664480306431</cx:pt>
          <cx:pt idx="1842">0.32338756455112105</cx:pt>
          <cx:pt idx="1843">0.3628608590125294</cx:pt>
          <cx:pt idx="1844">0.239606172098562</cx:pt>
          <cx:pt idx="1845">0.44579868191558103</cx:pt>
          <cx:pt idx="1846">0.45613991777046392</cx:pt>
          <cx:pt idx="1847">0.19730743981194063</cx:pt>
          <cx:pt idx="1848">0.56245332909573653</cx:pt>
          <cx:pt idx="1849">0.31868232559696702</cx:pt>
          <cx:pt idx="1850">0.46110502242461382</cx:pt>
          <cx:pt idx="1851">0.54234527998402937</cx:pt>
          <cx:pt idx="1852">0.68332659478647306</cx:pt>
          <cx:pt idx="1853">0.5875154200169922</cx:pt>
          <cx:pt idx="1854">0.30824519871522482</cx:pt>
          <cx:pt idx="1855">0.18779784828148366</cx:pt>
          <cx:pt idx="1856">0.45969866293280998</cx:pt>
          <cx:pt idx="1857">0.5503622057707015</cx:pt>
          <cx:pt idx="1858">0.59142237595741431</cx:pt>
          <cx:pt idx="1859">0.23722372073513998</cx:pt>
          <cx:pt idx="1860">0.54646518696179258</cx:pt>
          <cx:pt idx="1861">0.13611257133638541</cx:pt>
          <cx:pt idx="1862">0.50397736008785665</cx:pt>
          <cx:pt idx="1863">0.66380014518692321</cx:pt>
          <cx:pt idx="1864">0.4518847169887153</cx:pt>
          <cx:pt idx="1865">0.37822737320918831</cx:pt>
          <cx:pt idx="1866">0.37043511455673112</cx:pt>
          <cx:pt idx="1867">0.18993248036583379</cx:pt>
          <cx:pt idx="1868">0.55270914917355296</cx:pt>
          <cx:pt idx="1869">0.55564619810027294</cx:pt>
          <cx:pt idx="1870">0.66029388286452873</cx:pt>
          <cx:pt idx="1871">0.37255994288828348</cx:pt>
          <cx:pt idx="1872">0.53080515188634148</cx:pt>
          <cx:pt idx="1873">0.51823823130079549</cx:pt>
          <cx:pt idx="1874">0.56683178820425939</cx:pt>
          <cx:pt idx="1875">0.53778740848839346</cx:pt>
          <cx:pt idx="1876">0.5543730694678366</cx:pt>
          <cx:pt idx="1877">0.28365940690827279</cx:pt>
          <cx:pt idx="1878">0.22959537752153772</cx:pt>
          <cx:pt idx="1879">0.48242608298089679</cx:pt>
          <cx:pt idx="1880">0.23211811397103851</cx:pt>
          <cx:pt idx="1881">0.27318146465545146</cx:pt>
          <cx:pt idx="1882">0.23885017305417663</cx:pt>
          <cx:pt idx="1883">0.30877450726479466</cx:pt>
          <cx:pt idx="1884">0.38323399403739367</cx:pt>
          <cx:pt idx="1885">0.35939454839114926</cx:pt>
          <cx:pt idx="1886">0.71524346242355386</cx:pt>
          <cx:pt idx="1887">0.53599805382445942</cx:pt>
          <cx:pt idx="1888">0.5484957475691834</cx:pt>
          <cx:pt idx="1889">0.49351014861084669</cx:pt>
          <cx:pt idx="1890">0.30134701600577968</cx:pt>
          <cx:pt idx="1891">0.57520750732795256</cx:pt>
          <cx:pt idx="1892">0.61265558529214204</cx:pt>
          <cx:pt idx="1893">0.74817301515682122</cx:pt>
          <cx:pt idx="1894">0.48682965808687256</cx:pt>
          <cx:pt idx="1895">0.4246322684654521</cx:pt>
          <cx:pt idx="1896">0.27015331806986009</cx:pt>
          <cx:pt idx="1897">0.59361103600799203</cx:pt>
          <cx:pt idx="1898">0.60736238141524157</cx:pt>
          <cx:pt idx="1899">0.32194763546865091</cx:pt>
          <cx:pt idx="1900">0.27485996724428208</cx:pt>
          <cx:pt idx="1901">0.26037582258917291</cx:pt>
          <cx:pt idx="1902">0.48293097434573173</cx:pt>
          <cx:pt idx="1903">0.55435637472269794</cx:pt>
          <cx:pt idx="1904">0.2519235939690555</cx:pt>
          <cx:pt idx="1905">0.77026311213274734</cx:pt>
          <cx:pt idx="1906">0.47476466283114915</cx:pt>
          <cx:pt idx="1907">0.43524030970213179</cx:pt>
          <cx:pt idx="1908">0.79524008685817238</cx:pt>
          <cx:pt idx="1909">0.53334526587682585</cx:pt>
          <cx:pt idx="1910">0.19543430567674061</cx:pt>
          <cx:pt idx="1911">0.78119549332768645</cx:pt>
          <cx:pt idx="1912">0.4076494521517835</cx:pt>
          <cx:pt idx="1913">0.34471815076738838</cx:pt>
          <cx:pt idx="1914">0.37564831672276383</cx:pt>
          <cx:pt idx="1915">0.56833726894670955</cx:pt>
          <cx:pt idx="1916">0.56830458545101281</cx:pt>
          <cx:pt idx="1917">0.5223132727147245</cx:pt>
          <cx:pt idx="1918">0.57663894626100265</cx:pt>
          <cx:pt idx="1919">0.42287093530474679</cx:pt>
          <cx:pt idx="1920">0.34953537853485234</cx:pt>
          <cx:pt idx="1921">0.86313895207192604</cx:pt>
          <cx:pt idx="1922">0.81805102772975802</cx:pt>
          <cx:pt idx="1923">0.37419604197185924</cx:pt>
          <cx:pt idx="1924">0.49464456559893938</cx:pt>
          <cx:pt idx="1925">0.53354810105142803</cx:pt>
          <cx:pt idx="1926">0.26509859671698421</cx:pt>
          <cx:pt idx="1927">0.31369503184607794</cx:pt>
          <cx:pt idx="1928">0.19629834065483842</cx:pt>
          <cx:pt idx="1929">0.79456245608023013</cx:pt>
          <cx:pt idx="1930">0.40438876139134944</cx:pt>
          <cx:pt idx="1931">0.26866375723812658</cx:pt>
          <cx:pt idx="1932">0.59735922330910374</cx:pt>
          <cx:pt idx="1933">0.6188768765996</cx:pt>
          <cx:pt idx="1934">0.87817326156141962</cx:pt>
          <cx:pt idx="1935">0.64957069580681126</cx:pt>
          <cx:pt idx="1936">0.35029470233233945</cx:pt>
          <cx:pt idx="1937">0.27175292038529247</cx:pt>
          <cx:pt idx="1938">0.57193876019770973</cx:pt>
          <cx:pt idx="1939">0.3479299950340568</cx:pt>
          <cx:pt idx="1940">0.34578466020959359</cx:pt>
          <cx:pt idx="1941">0.44349071365548337</cx:pt>
          <cx:pt idx="1942">0.27748513160055416</cx:pt>
          <cx:pt idx="1943">0.53375095469525913</cx:pt>
          <cx:pt idx="1944">0.39763994017981824</cx:pt>
          <cx:pt idx="1945">0.53770241401705854</cx:pt>
          <cx:pt idx="1946">0.23248716656071197</cx:pt>
          <cx:pt idx="1947">0.67014912561015683</cx:pt>
          <cx:pt idx="1948">0.60071956861154308</cx:pt>
          <cx:pt idx="1949">0.27367299553765123</cx:pt>
          <cx:pt idx="1950">0.48536040097032385</cx:pt>
          <cx:pt idx="1951">0.67034180839169921</cx:pt>
          <cx:pt idx="1952">0.49760033893936928</cx:pt>
          <cx:pt idx="1953">0.61532068166069465</cx:pt>
          <cx:pt idx="1954">0.47200499441959282</cx:pt>
          <cx:pt idx="1955">0.61617572636277529</cx:pt>
          <cx:pt idx="1956">0.74885237049601705</cx:pt>
          <cx:pt idx="1957">0.81600487460919924</cx:pt>
          <cx:pt idx="1958">0.57936951027591932</cx:pt>
          <cx:pt idx="1959">0.60010782803515139</cx:pt>
          <cx:pt idx="1960">0.55863904155266142</cx:pt>
          <cx:pt idx="1961">0.54391493827510728</cx:pt>
          <cx:pt idx="1962">0.55329425253611375</cx:pt>
          <cx:pt idx="1963">0.62058490875347028</cx:pt>
          <cx:pt idx="1964">0.15712011837631609</cx:pt>
          <cx:pt idx="1965">0.20811921583247903</cx:pt>
          <cx:pt idx="1966">0.37639301859377394</cx:pt>
          <cx:pt idx="1967">0.31115964023875747</cx:pt>
          <cx:pt idx="1968">0.50439714233872357</cx:pt>
          <cx:pt idx="1969">0.24035579189904102</cx:pt>
          <cx:pt idx="1970">0.54267022967537137</cx:pt>
          <cx:pt idx="1971">0.77466109665340144</cx:pt>
          <cx:pt idx="1972">0.49575311647505554</cx:pt>
          <cx:pt idx="1973">0.60485538235809666</cx:pt>
          <cx:pt idx="1974">0.56239073064701517</cx:pt>
          <cx:pt idx="1975">0.56349655506922236</cx:pt>
          <cx:pt idx="1976">0.36768893110353429</cx:pt>
          <cx:pt idx="1977">0.32781786781198485</cx:pt>
          <cx:pt idx="1978">0.59336133687525572</cx:pt>
          <cx:pt idx="1979">0.61687421218966598</cx:pt>
          <cx:pt idx="1980">0.33121972097755426</cx:pt>
          <cx:pt idx="1981">0.60269053706087528</cx:pt>
          <cx:pt idx="1982">0.29691646966939395</cx:pt>
          <cx:pt idx="1983">0.1578956713167167</cx:pt>
          <cx:pt idx="1984">0.5006473455498206</cx:pt>
          <cx:pt idx="1985">0.5332739038134956</cx:pt>
          <cx:pt idx="1986">0.57832509740728266</cx:pt>
          <cx:pt idx="1987">0.53716079114894755</cx:pt>
          <cx:pt idx="1988">0.71378821926126446</cx:pt>
          <cx:pt idx="1989">0.24726702947683582</cx:pt>
          <cx:pt idx="1990">0.54232271141627186</cx:pt>
          <cx:pt idx="1991">0.60968344718853507</cx:pt>
          <cx:pt idx="1992">0.23579301192411839</cx:pt>
          <cx:pt idx="1993">0.43638871173219929</cx:pt>
          <cx:pt idx="1994">0.57286484493544843</cx:pt>
          <cx:pt idx="1995">0.23369628498101366</cx:pt>
          <cx:pt idx="1996">0.49637495298062367</cx:pt>
          <cx:pt idx="1997">0.63797643751521393</cx:pt>
          <cx:pt idx="1998">0.62587686513105389</cx:pt>
          <cx:pt idx="1999">0.64426398087867498</cx:pt>
          <cx:pt idx="2000">0.52679003054377493</cx:pt>
          <cx:pt idx="2001">0.43808222522718143</cx:pt>
          <cx:pt idx="2002">0.24821227656098221</cx:pt>
          <cx:pt idx="2003">0.44297839573620357</cx:pt>
          <cx:pt idx="2004">0.28219494500162584</cx:pt>
          <cx:pt idx="2005">0.53224270966368037</cx:pt>
          <cx:pt idx="2006">0.62711141647121771</cx:pt>
          <cx:pt idx="2007">0.40964294158898684</cx:pt>
          <cx:pt idx="2008">0.6151187734653345</cx:pt>
          <cx:pt idx="2009">0.26061070720442114</cx:pt>
          <cx:pt idx="2010">0.47637960694016712</cx:pt>
          <cx:pt idx="2011">0.53573120796822393</cx:pt>
          <cx:pt idx="2012">0.76944222348518521</cx:pt>
          <cx:pt idx="2013">0.67598651875057736</cx:pt>
          <cx:pt idx="2014">0.24815604401363225</cx:pt>
          <cx:pt idx="2015">0.3659891869102348</cx:pt>
          <cx:pt idx="2016">0.4568948411049682</cx:pt>
          <cx:pt idx="2017">0.59366724453578135</cx:pt>
          <cx:pt idx="2018">0.46155049597622483</cx:pt>
          <cx:pt idx="2019">0.39206616609673389</cx:pt>
          <cx:pt idx="2020">0.58916896684519793</cx:pt>
          <cx:pt idx="2021">0.57861400387668149</cx:pt>
          <cx:pt idx="2022">0.58452321063694934</cx:pt>
          <cx:pt idx="2023">0.56733235911517499</cx:pt>
          <cx:pt idx="2024">0.39069540123576041</cx:pt>
          <cx:pt idx="2025">0.27729535524987792</cx:pt>
          <cx:pt idx="2026">0.55901412002440776</cx:pt>
          <cx:pt idx="2027">0.32135905997460679</cx:pt>
          <cx:pt idx="2028">0.3512264763810467</cx:pt>
          <cx:pt idx="2029">0.3920692245712275</cx:pt>
          <cx:pt idx="2030">0.27009080662065493</cx:pt>
          <cx:pt idx="2031">0.58589321925109417</cx:pt>
          <cx:pt idx="2032">0.47187220096024474</cx:pt>
          <cx:pt idx="2033">0.37247928813759373</cx:pt>
          <cx:pt idx="2034">0.57001210326830953</cx:pt>
          <cx:pt idx="2035">0.68180886718395961</cx:pt>
          <cx:pt idx="2036">0.55321704840237984</cx:pt>
          <cx:pt idx="2037">0.40552245495176831</cx:pt>
          <cx:pt idx="2038">0.22501967645197379</cx:pt>
          <cx:pt idx="2039">0.41193896332479274</cx:pt>
          <cx:pt idx="2040">0.47614949130707318</cx:pt>
          <cx:pt idx="2041">0.52808599903246201</cx:pt>
          <cx:pt idx="2042">0.58873069128283295</cx:pt>
          <cx:pt idx="2043">0.37374271461613168</cx:pt>
          <cx:pt idx="2044">0.5782651471647986</cx:pt>
          <cx:pt idx="2045">0.5372946855407863</cx:pt>
          <cx:pt idx="2046">0.23586133850955032</cx:pt>
          <cx:pt idx="2047">0.34989097899564325</cx:pt>
          <cx:pt idx="2048">0.56408779227067496</cx:pt>
          <cx:pt idx="2049">0.15050138187809212</cx:pt>
          <cx:pt idx="2050">0.52151277159555476</cx:pt>
          <cx:pt idx="2051">0.56203982240715311</cx:pt>
          <cx:pt idx="2052">0.56051354282656907</cx:pt>
          <cx:pt idx="2053">0.31214858157000053</cx:pt>
          <cx:pt idx="2054">0.55478299110018381</cx:pt>
          <cx:pt idx="2055">0.59410543836960272</cx:pt>
          <cx:pt idx="2056">0.56625188129919168</cx:pt>
          <cx:pt idx="2057">0.4949859834347351</cx:pt>
          <cx:pt idx="2058">0.45752085656412811</cx:pt>
          <cx:pt idx="2059">0.58623018248807823</cx:pt>
          <cx:pt idx="2060">0.19378785728970274</cx:pt>
          <cx:pt idx="2061">0.56720398672249939</cx:pt>
          <cx:pt idx="2062">0.70886530599173125</cx:pt>
          <cx:pt idx="2063">0.46045467072684226</cx:pt>
          <cx:pt idx="2064">0.61563518647071336</cx:pt>
          <cx:pt idx="2065">0.49458490284992562</cx:pt>
          <cx:pt idx="2066">0.5075118921771099</cx:pt>
          <cx:pt idx="2067">0.23024080126762436</cx:pt>
          <cx:pt idx="2068">0.27241181815630827</cx:pt>
          <cx:pt idx="2069">0.47963222929095589</cx:pt>
          <cx:pt idx="2070">0.46951848368790539</cx:pt>
          <cx:pt idx="2071">0.60983139189175706</cx:pt>
          <cx:pt idx="2072">0.23337402336785473</cx:pt>
          <cx:pt idx="2073">0.51259896222431345</cx:pt>
          <cx:pt idx="2074">0.48498400502664918</cx:pt>
          <cx:pt idx="2075">0.46693263658568335</cx:pt>
          <cx:pt idx="2076">0.33023750818770653</cx:pt>
          <cx:pt idx="2077">0.13922371866348746</cx:pt>
          <cx:pt idx="2078">0.60999009874205268</cx:pt>
          <cx:pt idx="2079">0.71068783130166657</cx:pt>
          <cx:pt idx="2080">0.49366222842940582</cx:pt>
          <cx:pt idx="2081">0.47400491304828885</cx:pt>
          <cx:pt idx="2082">0.49320666857840334</cx:pt>
          <cx:pt idx="2083">0.28614184077995569</cx:pt>
          <cx:pt idx="2084">0.4736833419177745</cx:pt>
          <cx:pt idx="2085">0.38814473814964773</cx:pt>
          <cx:pt idx="2086">0.53315759393811146</cx:pt>
          <cx:pt idx="2087">0.5727750993669436</cx:pt>
          <cx:pt idx="2088">0.53479647697961286</cx:pt>
          <cx:pt idx="2089">0.83796635603644121</cx:pt>
          <cx:pt idx="2090">0.17521622219329702</cx:pt>
          <cx:pt idx="2091">0.58153781795190074</cx:pt>
          <cx:pt idx="2092">0.59304409091117183</cx:pt>
          <cx:pt idx="2093">0.5683028774044524</cx:pt>
          <cx:pt idx="2094">0.24038506164525208</cx:pt>
          <cx:pt idx="2095">0.61221189886384286</cx:pt>
          <cx:pt idx="2096">0.48019104291935805</cx:pt>
          <cx:pt idx="2097">0.32549034299633745</cx:pt>
          <cx:pt idx="2098">0.4413663502209092</cx:pt>
          <cx:pt idx="2099">0.37267884389130007</cx:pt>
          <cx:pt idx="2100">0.62268705031597293</cx:pt>
          <cx:pt idx="2101">0.75789848223375678</cx:pt>
          <cx:pt idx="2102">0.02719016373055004</cx:pt>
          <cx:pt idx="2103">0.33108834499009132</cx:pt>
          <cx:pt idx="2104">0.065476805872722255</cx:pt>
          <cx:pt idx="2105">0.55040890522608832</cx:pt>
          <cx:pt idx="2106">0.39880651064556299</cx:pt>
          <cx:pt idx="2107">0.55833407826941861</cx:pt>
          <cx:pt idx="2108">0.48696320986845076</cx:pt>
          <cx:pt idx="2109">0.21685305672915806</cx:pt>
          <cx:pt idx="2110">0.59141195098758625</cx:pt>
          <cx:pt idx="2111">0.47491563424435718</cx:pt>
          <cx:pt idx="2112">0.55422508584279451</cx:pt>
          <cx:pt idx="2113">0.49867937280569113</cx:pt>
          <cx:pt idx="2114">0.60328501387503386</cx:pt>
          <cx:pt idx="2115">0.78137738520676858</cx:pt>
          <cx:pt idx="2116">0.52862831198202498</cx:pt>
          <cx:pt idx="2117">0.55831777587524622</cx:pt>
          <cx:pt idx="2118">0.31732153339239205</cx:pt>
          <cx:pt idx="2119">0.38105746946673819</cx:pt>
          <cx:pt idx="2120">0.46946859475813574</cx:pt>
          <cx:pt idx="2121">0.41413816649396579</cx:pt>
          <cx:pt idx="2122">0.63055060277574115</cx:pt>
          <cx:pt idx="2123">0.41836516045905914</cx:pt>
          <cx:pt idx="2124">0.29907640683684927</cx:pt>
          <cx:pt idx="2125">0.52765836662667331</cx:pt>
          <cx:pt idx="2126">0.30543157048801062</cx:pt>
          <cx:pt idx="2127">0.46952208632310599</cx:pt>
          <cx:pt idx="2128">0.83087491960847959</cx:pt>
          <cx:pt idx="2129">0.78685118804798881</cx:pt>
          <cx:pt idx="2130">0.631929363135593</cx:pt>
          <cx:pt idx="2131">0.73862658663191882</cx:pt>
          <cx:pt idx="2132">0.56785185223850521</cx:pt>
          <cx:pt idx="2133">0.24953379921579164</cx:pt>
          <cx:pt idx="2134">0.73486218918665402</cx:pt>
          <cx:pt idx="2135">0.40001494669342935</cx:pt>
          <cx:pt idx="2136">0.89902343464758883</cx:pt>
          <cx:pt idx="2137">0.52402779919285269</cx:pt>
          <cx:pt idx="2138">0.53386358677606194</cx:pt>
          <cx:pt idx="2139">0.35719962808960559</cx:pt>
          <cx:pt idx="2140">0.33176292353866405</cx:pt>
          <cx:pt idx="2141">0.85468906016258572</cx:pt>
          <cx:pt idx="2142">0.50688715716039412</cx:pt>
          <cx:pt idx="2143">0.64353880041575773</cx:pt>
          <cx:pt idx="2144">0.14159687550433667</cx:pt>
          <cx:pt idx="2145">0.30053163902629987</cx:pt>
          <cx:pt idx="2146">0.43787295791014824</cx:pt>
          <cx:pt idx="2147">0.32113008544801153</cx:pt>
          <cx:pt idx="2148">0.56463922149062329</cx:pt>
          <cx:pt idx="2149">0.66030429068553098</cx:pt>
          <cx:pt idx="2150">0.60942028099566936</cx:pt>
          <cx:pt idx="2151">0.56989498302486619</cx:pt>
          <cx:pt idx="2152">0.64970306210345852</cx:pt>
          <cx:pt idx="2153">0.35471512228415625</cx:pt>
          <cx:pt idx="2154">0.61133323195938993</cx:pt>
          <cx:pt idx="2155">0.53201225688308973</cx:pt>
          <cx:pt idx="2156">0.65145286444763695</cx:pt>
          <cx:pt idx="2157">0.49285718660049632</cx:pt>
          <cx:pt idx="2158">0.18492743440066947</cx:pt>
          <cx:pt idx="2159">0.36248873521914537</cx:pt>
          <cx:pt idx="2160">0.17922545702878259</cx:pt>
          <cx:pt idx="2161">0.60292891735051679</cx:pt>
          <cx:pt idx="2162">0.6604512857294873</cx:pt>
          <cx:pt idx="2163">0.67841355253832469</cx:pt>
          <cx:pt idx="2164">0.56791913539300165</cx:pt>
          <cx:pt idx="2165">0.46052040391648319</cx:pt>
          <cx:pt idx="2166">0.398308725694698</cx:pt>
          <cx:pt idx="2167">0.22094955401320474</cx:pt>
          <cx:pt idx="2168">0.46405508879279728</cx:pt>
          <cx:pt idx="2169">0.64042912266753071</cx:pt>
          <cx:pt idx="2170">0.35188663375342644</cx:pt>
          <cx:pt idx="2171">0.38903261001355044</cx:pt>
          <cx:pt idx="2172">0.57035716961180405</cx:pt>
          <cx:pt idx="2173">0.62602200849130707</cx:pt>
          <cx:pt idx="2174">0.60620478124143351</cx:pt>
          <cx:pt idx="2175">0.53546634997000597</cx:pt>
          <cx:pt idx="2176">0.4551577819227039</cx:pt>
          <cx:pt idx="2177">0.3142852941419465</cx:pt>
          <cx:pt idx="2178">0.60224853448835702</cx:pt>
          <cx:pt idx="2179">0.55811402055406911</cx:pt>
          <cx:pt idx="2180">0.080635378256452117</cx:pt>
          <cx:pt idx="2181">0.87502368450458012</cx:pt>
          <cx:pt idx="2182">0.60814118327256561</cx:pt>
          <cx:pt idx="2183">0.5668037198006094</cx:pt>
          <cx:pt idx="2184">0.14695098292628345</cx:pt>
          <cx:pt idx="2185">0.17961993153791486</cx:pt>
          <cx:pt idx="2186">0.63741573212311053</cx:pt>
          <cx:pt idx="2187">0.53591451070321483</cx:pt>
          <cx:pt idx="2188">0.45937398728790735</cx:pt>
          <cx:pt idx="2189">0.29744490531914358</cx:pt>
          <cx:pt idx="2190">0.60708601510044957</cx:pt>
          <cx:pt idx="2191">0.72620499647008718</cx:pt>
          <cx:pt idx="2192">0.81180918442182382</cx:pt>
          <cx:pt idx="2193">0.47456859941443896</cx:pt>
          <cx:pt idx="2194">0.49715232710747315</cx:pt>
          <cx:pt idx="2195">0.68505587942070778</cx:pt>
          <cx:pt idx="2196">0.47563663790223637</cx:pt>
          <cx:pt idx="2197">0.56576662830886881</cx:pt>
          <cx:pt idx="2198">0.12969862228948892</cx:pt>
          <cx:pt idx="2199">0.46952310646657835</cx:pt>
          <cx:pt idx="2200">0.45679900243416333</cx:pt>
          <cx:pt idx="2201">0.0023061291893190492</cx:pt>
          <cx:pt idx="2202">0.66508316059076567</cx:pt>
          <cx:pt idx="2203">0.56144644556920587</cx:pt>
          <cx:pt idx="2204">0.35118482080256397</cx:pt>
          <cx:pt idx="2205">0.51630392859785912</cx:pt>
          <cx:pt idx="2206">0.69675886926413155</cx:pt>
          <cx:pt idx="2207">0.40319586415837944</cx:pt>
          <cx:pt idx="2208">0.55228228693445147</cx:pt>
          <cx:pt idx="2209">0.71452681140751495</cx:pt>
          <cx:pt idx="2210">0.61033967590861926</cx:pt>
          <cx:pt idx="2211">0.26867836796886857</cx:pt>
          <cx:pt idx="2212">0.2574216127035614</cx:pt>
          <cx:pt idx="2213">0.56445137714564975</cx:pt>
          <cx:pt idx="2214">0.2836225752937262</cx:pt>
          <cx:pt idx="2215">0.29040736519554261</cx:pt>
          <cx:pt idx="2216">0.27838176682517712</cx:pt>
          <cx:pt idx="2217">0.32006009908538452</cx:pt>
          <cx:pt idx="2218">0.72215660006029181</cx:pt>
          <cx:pt idx="2219">0.5976780285665213</cx:pt>
          <cx:pt idx="2220">0.66694263372805884</cx:pt>
          <cx:pt idx="2221">0.50999306228526708</cx:pt>
          <cx:pt idx="2222">0.78098071705582817</cx:pt>
          <cx:pt idx="2223">0.55669884480359633</cx:pt>
          <cx:pt idx="2224">0.52704744897204259</cx:pt>
          <cx:pt idx="2225">0.58078107203487872</cx:pt>
          <cx:pt idx="2226">0.3329003617337985</cx:pt>
          <cx:pt idx="2227">0.44499614030241402</cx:pt>
          <cx:pt idx="2228">0.34516323117224934</cx:pt>
          <cx:pt idx="2229">0.59067810219182315</cx:pt>
          <cx:pt idx="2230">0.52917566881936817</cx:pt>
          <cx:pt idx="2231">0.81807954398656313</cx:pt>
          <cx:pt idx="2232">0.28754151110337184</cx:pt>
          <cx:pt idx="2233">0.5537047391821619</cx:pt>
          <cx:pt idx="2234">0.50112991407398377</cx:pt>
          <cx:pt idx="2235">0.21352306388683417</cx:pt>
          <cx:pt idx="2236">0.45071450431831739</cx:pt>
          <cx:pt idx="2237">0.31223818230348799</cx:pt>
          <cx:pt idx="2238">0.35316501972383418</cx:pt>
          <cx:pt idx="2239">0.34699179070991854</cx:pt>
          <cx:pt idx="2240">0.5121633570461096</cx:pt>
          <cx:pt idx="2241">0.59759994163459063</cx:pt>
          <cx:pt idx="2242">0.26219024814013125</cx:pt>
          <cx:pt idx="2243">0.55937656212419851</cx:pt>
          <cx:pt idx="2244">0.3649991375061325</cx:pt>
          <cx:pt idx="2245">0.78049235375228065</cx:pt>
          <cx:pt idx="2246">0.34694902090256896</cx:pt>
          <cx:pt idx="2247">0.58893038701875511</cx:pt>
          <cx:pt idx="2248">0.17056932521683421</cx:pt>
          <cx:pt idx="2249">0.32370332241315769</cx:pt>
          <cx:pt idx="2250">0.1612991178598632</cx:pt>
          <cx:pt idx="2251">0.46933114384560964</cx:pt>
          <cx:pt idx="2252">0.42174262189878936</cx:pt>
          <cx:pt idx="2253">0.47814962108997533</cx:pt>
          <cx:pt idx="2254">0.41743600974824785</cx:pt>
          <cx:pt idx="2255">0.62621532209046915</cx:pt>
          <cx:pt idx="2256">0.25285178850646656</cx:pt>
          <cx:pt idx="2257">0.60773788357065461</cx:pt>
          <cx:pt idx="2258">0.66859000475565422</cx:pt>
          <cx:pt idx="2259">0.73346473024744974</cx:pt>
          <cx:pt idx="2260">0.41320685361423132</cx:pt>
          <cx:pt idx="2261">0.66270012965181901</cx:pt>
          <cx:pt idx="2262">0.67348778808885368</cx:pt>
          <cx:pt idx="2263">0.32039465799117228</cx:pt>
          <cx:pt idx="2264">0.52150854116968348</cx:pt>
          <cx:pt idx="2265">0.23722790029162133</cx:pt>
          <cx:pt idx="2266">0.44760816567493439</cx:pt>
          <cx:pt idx="2267">0.2177781966017224</cx:pt>
          <cx:pt idx="2268">0.44542945107753429</cx:pt>
          <cx:pt idx="2269">0.49349976164607057</cx:pt>
          <cx:pt idx="2270">0.60222855061475444</cx:pt>
          <cx:pt idx="2271">0.54254720468842954</cx:pt>
          <cx:pt idx="2272">0.49133383481644588</cx:pt>
          <cx:pt idx="2273">0.35999726812667787</cx:pt>
          <cx:pt idx="2274">0.52734119551587832</cx:pt>
          <cx:pt idx="2275">0.38739720955110896</cx:pt>
          <cx:pt idx="2276">0.35184799046718007</cx:pt>
          <cx:pt idx="2277">0.64064876899161904</cx:pt>
          <cx:pt idx="2278">0.59116455216810149</cx:pt>
          <cx:pt idx="2279">0.40365763089709811</cx:pt>
          <cx:pt idx="2280">0.57539269299675266</cx:pt>
          <cx:pt idx="2281">0.48328728161314993</cx:pt>
          <cx:pt idx="2282">0.18626532686587396</cx:pt>
          <cx:pt idx="2283">0.62156451281981173</cx:pt>
          <cx:pt idx="2284">0.61272849919845196</cx:pt>
          <cx:pt idx="2285">0.0081999791335409175</cx:pt>
          <cx:pt idx="2286">0.56241838556144563</cx:pt>
          <cx:pt idx="2287">0.63151527505602023</cx:pt>
          <cx:pt idx="2288">0.69471971791071729</cx:pt>
          <cx:pt idx="2289">0.59001707940543302</cx:pt>
          <cx:pt idx="2290">0.53156582836613342</cx:pt>
          <cx:pt idx="2291">0.41672905826917617</cx:pt>
          <cx:pt idx="2292">0.55379208776944044</cx:pt>
          <cx:pt idx="2293">0.33210045725927523</cx:pt>
          <cx:pt idx="2294">0.52778320364622089</cx:pt>
          <cx:pt idx="2295">0.56486936602049675</cx:pt>
          <cx:pt idx="2296">0.16197089224685415</cx:pt>
          <cx:pt idx="2297">0.75153844830167893</cx:pt>
          <cx:pt idx="2298">0.16793011334718727</cx:pt>
          <cx:pt idx="2299">0.42598569801924452</cx:pt>
          <cx:pt idx="2300">0.7771798931296876</cx:pt>
          <cx:pt idx="2301">0.58597049187158701</cx:pt>
          <cx:pt idx="2302">0.00068434656055040401</cx:pt>
          <cx:pt idx="2303">0.70843238281368504</cx:pt>
          <cx:pt idx="2304">0.65749202911985283</cx:pt>
          <cx:pt idx="2305">0.40342690840592405</cx:pt>
          <cx:pt idx="2306">0.45594840196724601</cx:pt>
          <cx:pt idx="2307">0.20858930475557527</cx:pt>
          <cx:pt idx="2308">0.41572427362164155</cx:pt>
          <cx:pt idx="2309">0.72727177856276926</cx:pt>
          <cx:pt idx="2310">0.77201659822929236</cx:pt>
          <cx:pt idx="2311">0.30540747286541453</cx:pt>
          <cx:pt idx="2312">0.54832296375246692</cx:pt>
          <cx:pt idx="2313">0.32406135401323694</cx:pt>
          <cx:pt idx="2314">0.63343889366724526</cx:pt>
          <cx:pt idx="2315">0.30902108778069887</cx:pt>
          <cx:pt idx="2316">0.60641209499518645</cx:pt>
          <cx:pt idx="2317">0.6344733794650852</cx:pt>
          <cx:pt idx="2318">0.23563993630964888</cx:pt>
          <cx:pt idx="2319">0.24670393602694224</cx:pt>
          <cx:pt idx="2320">0.61629074854252364</cx:pt>
          <cx:pt idx="2321">0.37573704686209225</cx:pt>
          <cx:pt idx="2322">0.57695514001554959</cx:pt>
          <cx:pt idx="2323">0.19970885411423944</cx:pt>
          <cx:pt idx="2324">0.4382458038157932</cx:pt>
          <cx:pt idx="2325">0.77927938421755694</cx:pt>
          <cx:pt idx="2326">0.57489743114046921</cx:pt>
          <cx:pt idx="2327">0.4490397508317075</cx:pt>
          <cx:pt idx="2328">0.2091017535590925</cx:pt>
          <cx:pt idx="2329">0.31043706983247421</cx:pt>
          <cx:pt idx="2330">0.11801787172781909</cx:pt>
          <cx:pt idx="2331">0.53899815196443646</cx:pt>
          <cx:pt idx="2332">0.58240284254036068</cx:pt>
          <cx:pt idx="2333">0.45453721194219282</cx:pt>
          <cx:pt idx="2334">0.55078230447732968</cx:pt>
          <cx:pt idx="2335">0.4947754512714051</cx:pt>
          <cx:pt idx="2336">0.49513929154155706</cx:pt>
          <cx:pt idx="2337">0.47270801044778932</cx:pt>
          <cx:pt idx="2338">0.54683767676474626</cx:pt>
          <cx:pt idx="2339">0.74532340385389184</cx:pt>
          <cx:pt idx="2340">0.15358811144028203</cx:pt>
          <cx:pt idx="2341">0.57866460214968618</cx:pt>
          <cx:pt idx="2342">0.22600710627823042</cx:pt>
          <cx:pt idx="2343">0.36793731312282929</cx:pt>
          <cx:pt idx="2344">0.44343226011842546</cx:pt>
          <cx:pt idx="2345">0.66062532408303631</cx:pt>
          <cx:pt idx="2346">0.50984512750043709</cx:pt>
          <cx:pt idx="2347">0.74890228559506677</cx:pt>
          <cx:pt idx="2348">0.56332450331414941</cx:pt>
          <cx:pt idx="2349">0.55426363092290565</cx:pt>
          <cx:pt idx="2350">0.13918579975656456</cx:pt>
          <cx:pt idx="2351">0.55474713569704492</cx:pt>
          <cx:pt idx="2352">0.75680619631425861</cx:pt>
          <cx:pt idx="2353">0.26344732608087151</cx:pt>
          <cx:pt idx="2354">0.28335032467014515</cx:pt>
          <cx:pt idx="2355">0.6941755801985855</cx:pt>
          <cx:pt idx="2356">0.47190695452153292</cx:pt>
          <cx:pt idx="2357">0.43275578899248673</cx:pt>
          <cx:pt idx="2358">0.3183474496266247</cx:pt>
          <cx:pt idx="2359">0.51247040434761515</cx:pt>
          <cx:pt idx="2360">0.46956572681535691</cx:pt>
          <cx:pt idx="2361">0.65100426334608263</cx:pt>
          <cx:pt idx="2362">0.22813306220407517</cx:pt>
          <cx:pt idx="2363">0.4964873318036111</cx:pt>
          <cx:pt idx="2364">0.45885247118315042</cx:pt>
          <cx:pt idx="2365">0.66401073630279039</cx:pt>
          <cx:pt idx="2366">0.47808663500762305</cx:pt>
          <cx:pt idx="2367">0.17957392257534638</cx:pt>
          <cx:pt idx="2368">0.45211376156747624</cx:pt>
          <cx:pt idx="2369">0.58601865410942622</cx:pt>
          <cx:pt idx="2370">0.41400641851077868</cx:pt>
          <cx:pt idx="2371">0.35753551982693615</cx:pt>
          <cx:pt idx="2372">0.25302312360142021</cx:pt>
          <cx:pt idx="2373">0.4196568157715676</cx:pt>
          <cx:pt idx="2374">0.40562338405273396</cx:pt>
          <cx:pt idx="2375">0.52223405151456037</cx:pt>
          <cx:pt idx="2376">0.67798744558524293</cx:pt>
          <cx:pt idx="2377">0.71169896407596067</cx:pt>
          <cx:pt idx="2378">0.71132921579056507</cx:pt>
          <cx:pt idx="2379">0.53644128218076426</cx:pt>
          <cx:pt idx="2380">0.59264799460124074</cx:pt>
          <cx:pt idx="2381">0.56330429851180497</cx:pt>
          <cx:pt idx="2382">0.32584572590016225</cx:pt>
          <cx:pt idx="2383">0.38425195943771834</cx:pt>
          <cx:pt idx="2384">0.58877810508518258</cx:pt>
          <cx:pt idx="2385">0.65636224192683024</cx:pt>
          <cx:pt idx="2386">0.53682873223640726</cx:pt>
          <cx:pt idx="2387">0.12261374355267907</cx:pt>
          <cx:pt idx="2388">0.54802386867058395</cx:pt>
          <cx:pt idx="2389">0.43581771465812136</cx:pt>
          <cx:pt idx="2390">0.42294857512676293</cx:pt>
          <cx:pt idx="2391">0.562058084347275</cx:pt>
          <cx:pt idx="2392">0.33355146017970738</cx:pt>
          <cx:pt idx="2393">0.3001223447619274</cx:pt>
          <cx:pt idx="2394">0.73339311099552396</cx:pt>
          <cx:pt idx="2395">0.11179725736680607</cx:pt>
          <cx:pt idx="2396">0.28197642913644777</cx:pt>
          <cx:pt idx="2397">0.72273474639275703</cx:pt>
          <cx:pt idx="2398">0.33974961715702773</cx:pt>
          <cx:pt idx="2399">0.24417605265136655</cx:pt>
          <cx:pt idx="2400">0.22890489778002185</cx:pt>
          <cx:pt idx="2401">0.54399090610549172</cx:pt>
          <cx:pt idx="2402">0.71110742244184577</cx:pt>
          <cx:pt idx="2403">0.31237226630475506</cx:pt>
          <cx:pt idx="2404">0.66422391749601617</cx:pt>
          <cx:pt idx="2405">0.16018735707464643</cx:pt>
          <cx:pt idx="2406">0.57354522013247078</cx:pt>
          <cx:pt idx="2407">0.16849122916657294</cx:pt>
          <cx:pt idx="2408">0.64181229979953858</cx:pt>
          <cx:pt idx="2409">0.5705337946214919</cx:pt>
          <cx:pt idx="2410">0.4164397737730034</cx:pt>
          <cx:pt idx="2411">0.45447794375481404</cx:pt>
          <cx:pt idx="2412">0.78174722477605296</cx:pt>
          <cx:pt idx="2413">0.40232033937202144</cx:pt>
          <cx:pt idx="2414">0.87466846565828726</cx:pt>
          <cx:pt idx="2415">0.55271571557854327</cx:pt>
          <cx:pt idx="2416">0.4149251272945057</cx:pt>
          <cx:pt idx="2417">0.29318115457738603</cx:pt>
          <cx:pt idx="2418">0.41671702520503201</cx:pt>
          <cx:pt idx="2419">0.50949781129662153</cx:pt>
          <cx:pt idx="2420">0.55583703766020065</cx:pt>
          <cx:pt idx="2421">0.51385277777766025</cx:pt>
          <cx:pt idx="2422">0.45494369000662005</cx:pt>
          <cx:pt idx="2423">0.86278689574276024</cx:pt>
          <cx:pt idx="2424">0.48488542087561909</cx:pt>
          <cx:pt idx="2425">0.5964587577910293</cx:pt>
          <cx:pt idx="2426">0.078400920239459271</cx:pt>
          <cx:pt idx="2427">0.84568096566654782</cx:pt>
          <cx:pt idx="2428">0.25027439929534501</cx:pt>
          <cx:pt idx="2429">0.60256717349733568</cx:pt>
          <cx:pt idx="2430">0.7408276953843137</cx:pt>
          <cx:pt idx="2431">0.4979434813955475</cx:pt>
          <cx:pt idx="2432">0.67557011366045727</cx:pt>
          <cx:pt idx="2433">0.58389411695351778</cx:pt>
          <cx:pt idx="2434">0.59192895042820326</cx:pt>
          <cx:pt idx="2435">0.38585473900360473</cx:pt>
          <cx:pt idx="2436">0.37564479980686283</cx:pt>
          <cx:pt idx="2437">0.85674425883628758</cx:pt>
          <cx:pt idx="2438">0.40488570011566521</cx:pt>
          <cx:pt idx="2439">0.58728863795914799</cx:pt>
          <cx:pt idx="2440">0.15738297292580772</cx:pt>
          <cx:pt idx="2441">0.81446983475310364</cx:pt>
          <cx:pt idx="2442">0.43126682626850527</cx:pt>
          <cx:pt idx="2443">0.30566315490496854</cx:pt>
          <cx:pt idx="2444">0.26047978066620026</cx:pt>
          <cx:pt idx="2445">0.25481026366465948</cx:pt>
          <cx:pt idx="2446">0.378100154449793</cx:pt>
          <cx:pt idx="2447">0.52703943033524203</cx:pt>
          <cx:pt idx="2448">0.69028976229524541</cx:pt>
          <cx:pt idx="2449">0.39013450765820484</cx:pt>
          <cx:pt idx="2450">0.68200289766345423</cx:pt>
          <cx:pt idx="2451">0.30647490538214489</cx:pt>
          <cx:pt idx="2452">0.48786814161110009</cx:pt>
          <cx:pt idx="2453">0.62698922028254278</cx:pt>
          <cx:pt idx="2454">0.46433592833373122</cx:pt>
          <cx:pt idx="2455">0.25635497473703761</cx:pt>
          <cx:pt idx="2456">0.5549665171724808</cx:pt>
          <cx:pt idx="2457">0.57417619522328955</cx:pt>
          <cx:pt idx="2458">0.20601672633411339</cx:pt>
          <cx:pt idx="2459">0.10058186122372086</cx:pt>
          <cx:pt idx="2460">0.42107724209010206</cx:pt>
          <cx:pt idx="2461">0.520898058576998</cx:pt>
          <cx:pt idx="2462">0.61279276569376107</cx:pt>
          <cx:pt idx="2463">0.47176319919908211</cx:pt>
          <cx:pt idx="2464">0.63856562654784577</cx:pt>
          <cx:pt idx="2465">0.31994498116175218</cx:pt>
          <cx:pt idx="2466">0.41142979392723844</cx:pt>
          <cx:pt idx="2467">0.60443377132764697</cx:pt>
          <cx:pt idx="2468">0.25528024955392947</cx:pt>
          <cx:pt idx="2469">0.34340315014075329</cx:pt>
          <cx:pt idx="2470">0.35966404832136933</cx:pt>
          <cx:pt idx="2471">0.4803302699042542</cx:pt>
          <cx:pt idx="2472">0.67088058501899239</cx:pt>
          <cx:pt idx="2473">0.32456491057568537</cx:pt>
          <cx:pt idx="2474">0.82873628406259459</cx:pt>
          <cx:pt idx="2475">0.33405613635172404</cx:pt>
          <cx:pt idx="2476">0.53306118093488253</cx:pt>
          <cx:pt idx="2477">0.64321294063880941</cx:pt>
          <cx:pt idx="2478">0.62071023186257612</cx:pt>
          <cx:pt idx="2479">0.85060471817820738</cx:pt>
          <cx:pt idx="2480">0.47896786638495437</cx:pt>
          <cx:pt idx="2481">0.49359722649756815</cx:pt>
          <cx:pt idx="2482">0.81220514858731818</cx:pt>
          <cx:pt idx="2483">0.57374336613583099</cx:pt>
          <cx:pt idx="2484">0.771311159158792</cx:pt>
          <cx:pt idx="2485">0.53415878204734646</cx:pt>
          <cx:pt idx="2486">0.49938461169253223</cx:pt>
          <cx:pt idx="2487">0.64613565574853327</cx:pt>
          <cx:pt idx="2488">0.53824048467180663</cx:pt>
          <cx:pt idx="2489">0.71283644456115969</cx:pt>
          <cx:pt idx="2490">0.47369107049100123</cx:pt>
          <cx:pt idx="2491">0.83760192105995079</cx:pt>
          <cx:pt idx="2492">0.26508946080756829</cx:pt>
          <cx:pt idx="2493">0.47715469846489095</cx:pt>
          <cx:pt idx="2494">0.253498820252407</cx:pt>
          <cx:pt idx="2495">0.85908950010009344</cx:pt>
          <cx:pt idx="2496">0.27460523407198617</cx:pt>
          <cx:pt idx="2497">0.68391125963226862</cx:pt>
          <cx:pt idx="2498">0.31161432888524654</cx:pt>
          <cx:pt idx="2499">0.78609570955979691</cx:pt>
          <cx:pt idx="2500">0.44302895595314207</cx:pt>
          <cx:pt idx="2501">0.78446781986339531</cx:pt>
          <cx:pt idx="2502">0.45754331903090129</cx:pt>
          <cx:pt idx="2503">0.52256490969370817</cx:pt>
          <cx:pt idx="2504">0.77386624960023709</cx:pt>
          <cx:pt idx="2505">0.16986891970355131</cx:pt>
          <cx:pt idx="2506">0.62355592036315088</cx:pt>
          <cx:pt idx="2507">0.60581848807364047</cx:pt>
          <cx:pt idx="2508">0.5010368785154754</cx:pt>
          <cx:pt idx="2509">0.49541522488494877</cx:pt>
          <cx:pt idx="2510">0.57612179390737239</cx:pt>
          <cx:pt idx="2511">0.57937937422629127</cx:pt>
          <cx:pt idx="2512">0.75224747495815947</cx:pt>
          <cx:pt idx="2513">0.50053988486821444</cx:pt>
          <cx:pt idx="2514">0.41495053208493915</cx:pt>
          <cx:pt idx="2515">0.3592997319073844</cx:pt>
          <cx:pt idx="2516">0.36606947204620061</cx:pt>
          <cx:pt idx="2517">0.61528229620227104</cx:pt>
          <cx:pt idx="2518">0.24788523015628289</cx:pt>
          <cx:pt idx="2519">0.4939409002443354</cx:pt>
          <cx:pt idx="2520">0.59736602251865734</cx:pt>
          <cx:pt idx="2521">0.73933090571036642</cx:pt>
          <cx:pt idx="2522">0.62453074930411245</cx:pt>
          <cx:pt idx="2523">0.30946534966995648</cx:pt>
          <cx:pt idx="2524">0.22151132745632221</cx:pt>
          <cx:pt idx="2525">0.84120769430447051</cx:pt>
          <cx:pt idx="2526">0.63160009455469102</cx:pt>
          <cx:pt idx="2527">0.51539583162583047</cx:pt>
          <cx:pt idx="2528">0.73763604192105192</cx:pt>
          <cx:pt idx="2529">0.23607869768131365</cx:pt>
          <cx:pt idx="2530">0.52925323171025696</cx:pt>
          <cx:pt idx="2531">0.58222019208309106</cx:pt>
          <cx:pt idx="2532">0.4464060634772129</cx:pt>
          <cx:pt idx="2533">0.070593806175284574</cx:pt>
          <cx:pt idx="2534">0.44698064910127583</cx:pt>
          <cx:pt idx="2535">0.36478866019142608</cx:pt>
          <cx:pt idx="2536">0.29913567101852068</cx:pt>
          <cx:pt idx="2537">0.4651537412008277</cx:pt>
          <cx:pt idx="2538">0.67086778739057851</cx:pt>
          <cx:pt idx="2539">0.3972236405606353</cx:pt>
          <cx:pt idx="2540">0.55838038461955974</cx:pt>
          <cx:pt idx="2541">0.43217462326704442</cx:pt>
          <cx:pt idx="2542">0.5760384862552993</cx:pt>
          <cx:pt idx="2543">0.69742553503584548</cx:pt>
          <cx:pt idx="2544">0.81857008696483569</cx:pt>
          <cx:pt idx="2545">0.46968507669709053</cx:pt>
          <cx:pt idx="2546">0.52431160735858251</cx:pt>
          <cx:pt idx="2547">0.36857262439807797</cx:pt>
          <cx:pt idx="2548">0.34972863177890229</cx:pt>
          <cx:pt idx="2549">0.38249506995750993</cx:pt>
          <cx:pt idx="2550">0.43827039365060894</cx:pt>
          <cx:pt idx="2551">0.52698741368656832</cx:pt>
          <cx:pt idx="2552">0.53044386504087271</cx:pt>
          <cx:pt idx="2553">0.51734937361125743</cx:pt>
          <cx:pt idx="2554">0.38480913742367262</cx:pt>
          <cx:pt idx="2555">0.53539914342106931</cx:pt>
          <cx:pt idx="2556">0.65489893826741608</cx:pt>
          <cx:pt idx="2557">0.41594245997420826</cx:pt>
          <cx:pt idx="2558">0.68525411336697428</cx:pt>
          <cx:pt idx="2559">0.33396545174549419</cx:pt>
          <cx:pt idx="2560">0.82320919239259827</cx:pt>
          <cx:pt idx="2561">0.5096415416002108</cx:pt>
          <cx:pt idx="2562">0.62472829598154123</cx:pt>
          <cx:pt idx="2563">0.025143623638169812</cx:pt>
          <cx:pt idx="2564">0.50049554954540787</cx:pt>
          <cx:pt idx="2565">0.3296057795294256</cx:pt>
          <cx:pt idx="2566">0.56816528112896036</cx:pt>
          <cx:pt idx="2567">0.77342232715708581</cx:pt>
          <cx:pt idx="2568">0.2241714414548662</cx:pt>
          <cx:pt idx="2569">0.47531856531562711</cx:pt>
          <cx:pt idx="2570">0.1352728829874395</cx:pt>
          <cx:pt idx="2571">0.81249770899610285</cx:pt>
          <cx:pt idx="2572">0.32539993260583566</cx:pt>
          <cx:pt idx="2573">0.30636260922779257</cx:pt>
          <cx:pt idx="2574">0.27372681155275885</cx:pt>
          <cx:pt idx="2575">0.19458105710809664</cx:pt>
          <cx:pt idx="2576">0.50079858707305003</cx:pt>
          <cx:pt idx="2577">0.48045752997412244</cx:pt>
          <cx:pt idx="2578">0.53171763972991215</cx:pt>
          <cx:pt idx="2579">0.26577108201125765</cx:pt>
          <cx:pt idx="2580">0.87491665053390788</cx:pt>
          <cx:pt idx="2581">0.33550199053270408</cx:pt>
          <cx:pt idx="2582">0.27198900812750842</cx:pt>
          <cx:pt idx="2583">0.51979901121301697</cx:pt>
          <cx:pt idx="2584">0.84504137333627638</cx:pt>
          <cx:pt idx="2585">0.62413747748840809</cx:pt>
          <cx:pt idx="2586">0.65712112323089622</cx:pt>
          <cx:pt idx="2587">0.75648313954597035</cx:pt>
          <cx:pt idx="2588">0.71470549477654277</cx:pt>
          <cx:pt idx="2589">0.44803444720244046</cx:pt>
          <cx:pt idx="2590">0.14028584634688099</cx:pt>
          <cx:pt idx="2591">0.57902292446594195</cx:pt>
          <cx:pt idx="2592">0.58195953709397452</cx:pt>
          <cx:pt idx="2593">0.24562011684093485</cx:pt>
          <cx:pt idx="2594">0.7304212916876861</cx:pt>
          <cx:pt idx="2595">0.31025544637816893</cx:pt>
          <cx:pt idx="2596">0.5712116073829443</cx:pt>
          <cx:pt idx="2597">0.5312741724249419</cx:pt>
          <cx:pt idx="2598">0.66155895478558058</cx:pt>
          <cx:pt idx="2599">0.47217313240055458</cx:pt>
          <cx:pt idx="2600">0.31443337820736089</cx:pt>
          <cx:pt idx="2601">0.33969452325738553</cx:pt>
          <cx:pt idx="2602">0.20802156097791152</cx:pt>
          <cx:pt idx="2603">0.50787229662543465</cx:pt>
          <cx:pt idx="2604">0.86367513868502266</cx:pt>
          <cx:pt idx="2605">0.4938267165061786</cx:pt>
          <cx:pt idx="2606">0.067416905262482799</cx:pt>
          <cx:pt idx="2607">0.79901876829584573</cx:pt>
          <cx:pt idx="2608">0.33321877772131875</cx:pt>
          <cx:pt idx="2609">0.57026546245340781</cx:pt>
          <cx:pt idx="2610">0.5179118582623673</cx:pt>
          <cx:pt idx="2611">0.42464661796356956</cx:pt>
          <cx:pt idx="2612">0.29865516248621377</cx:pt>
          <cx:pt idx="2613">0.17387265880597974</cx:pt>
          <cx:pt idx="2614">0.31885522785281983</cx:pt>
          <cx:pt idx="2615">0.45841170211433008</cx:pt>
          <cx:pt idx="2616">0.64968168526448344</cx:pt>
          <cx:pt idx="2617">0.63139611606545509</cx:pt>
          <cx:pt idx="2618">0.2482254200147401</cx:pt>
          <cx:pt idx="2619">0.67530798387632096</cx:pt>
          <cx:pt idx="2620">0.56323267154476242</cx:pt>
          <cx:pt idx="2621">0.41817349873919174</cx:pt>
          <cx:pt idx="2622">0.6860146842489907</cx:pt>
          <cx:pt idx="2623">0.66350975437979254</cx:pt>
          <cx:pt idx="2624">0.65951622427864875</cx:pt>
          <cx:pt idx="2625">0.49555347504600666</cx:pt>
          <cx:pt idx="2626">0.38917294221392446</cx:pt>
          <cx:pt idx="2627">0.48349383483528752</cx:pt>
          <cx:pt idx="2628">0.55576541367577315</cx:pt>
          <cx:pt idx="2629">0.26973409001023241</cx:pt>
          <cx:pt idx="2630">0.44593787287586056</cx:pt>
          <cx:pt idx="2631">0.36367309851644464</cx:pt>
          <cx:pt idx="2632">0.40586533672903513</cx:pt>
          <cx:pt idx="2633">0.588507250911535</cx:pt>
          <cx:pt idx="2634">0.35264196534069348</cx:pt>
          <cx:pt idx="2635">0.20440875137670822</cx:pt>
          <cx:pt idx="2636">0.76751154106861241</cx:pt>
          <cx:pt idx="2637">0.3375279465390138</cx:pt>
          <cx:pt idx="2638">0.89924505689459744</cx:pt>
          <cx:pt idx="2639">0.45096091346481554</cx:pt>
          <cx:pt idx="2640">0.60058913007871773</cx:pt>
          <cx:pt idx="2641">0.45007274726588908</cx:pt>
          <cx:pt idx="2642">0.89796542486867659</cx:pt>
          <cx:pt idx="2643">0.30474242994936657</cx:pt>
          <cx:pt idx="2644">0.25043365262920853</cx:pt>
          <cx:pt idx="2645">0.35427887511840411</cx:pt>
          <cx:pt idx="2646">0.57969725444439679</cx:pt>
          <cx:pt idx="2647">0.11349497365673587</cx:pt>
          <cx:pt idx="2648">0.52180826197458874</cx:pt>
          <cx:pt idx="2649">0.34000430078324406</cx:pt>
          <cx:pt idx="2650">0.28645564597820283</cx:pt>
          <cx:pt idx="2651">0.61355306808974741</cx:pt>
          <cx:pt idx="2652">0.038878647473690617</cx:pt>
          <cx:pt idx="2653">0.80029549597342509</cx:pt>
          <cx:pt idx="2654">0.39762937344626242</cx:pt>
          <cx:pt idx="2655">0.47780721087962952</cx:pt>
          <cx:pt idx="2656">0.30076722974744796</cx:pt>
          <cx:pt idx="2657">0.40700644738514302</cx:pt>
          <cx:pt idx="2658">0.63122224788373316</cx:pt>
          <cx:pt idx="2659">0.38476714865648831</cx:pt>
          <cx:pt idx="2660">0.66406738200577642</cx:pt>
          <cx:pt idx="2661">0.25448270026364994</cx:pt>
          <cx:pt idx="2662">0.16218445706616913</cx:pt>
          <cx:pt idx="2663">0.31749014397930603</cx:pt>
          <cx:pt idx="2664">0.49393851773021208</cx:pt>
          <cx:pt idx="2665">0.27732536276731373</cx:pt>
          <cx:pt idx="2666">0.45689266056351829</cx:pt>
          <cx:pt idx="2667">0.450722174022606</cx:pt>
          <cx:pt idx="2668">0.29670627007315414</cx:pt>
          <cx:pt idx="2669">0.50993868399779607</cx:pt>
          <cx:pt idx="2670">0.60214309398850008</cx:pt>
          <cx:pt idx="2671">0.55628496239304426</cx:pt>
          <cx:pt idx="2672">0.55997334207726601</cx:pt>
          <cx:pt idx="2673">0.40401830782908243</cx:pt>
          <cx:pt idx="2674">0.51646243914370615</cx:pt>
          <cx:pt idx="2675">0.81406621330507611</cx:pt>
          <cx:pt idx="2676">0.48821803941712183</cx:pt>
          <cx:pt idx="2677">0.37523264053561389</cx:pt>
          <cx:pt idx="2678">0.62567791806036765</cx:pt>
          <cx:pt idx="2679">0.5268914433209938</cx:pt>
          <cx:pt idx="2680">0.40064651168838</cx:pt>
          <cx:pt idx="2681">0.25223115173148097</cx:pt>
          <cx:pt idx="2682">0.56080951829404424</cx:pt>
          <cx:pt idx="2683">0.60627889147663361</cx:pt>
          <cx:pt idx="2684">0.59760939860670925</cx:pt>
          <cx:pt idx="2685">0.28770385878329829</cx:pt>
          <cx:pt idx="2686">0.23958147172903096</cx:pt>
          <cx:pt idx="2687">0.32507128470928787</cx:pt>
          <cx:pt idx="2688">0.069901387606758333</cx:pt>
          <cx:pt idx="2689">0.13509600158062549</cx:pt>
          <cx:pt idx="2690">0.83259508953127814</cx:pt>
          <cx:pt idx="2691">0.63303232506939422</cx:pt>
          <cx:pt idx="2692">0.5860619489175265</cx:pt>
          <cx:pt idx="2693">0.45497304741253003</cx:pt>
          <cx:pt idx="2694">0.62685537942867242</cx:pt>
          <cx:pt idx="2695">0.77445522491293162</cx:pt>
          <cx:pt idx="2696">0.85978022575180313</cx:pt>
          <cx:pt idx="2697">0.43722573155947758</cx:pt>
          <cx:pt idx="2698">0.4737668734665238</cx:pt>
          <cx:pt idx="2699">0.59410004982203302</cx:pt>
          <cx:pt idx="2700">0.35906427716754502</cx:pt>
          <cx:pt idx="2701">0.34174282833729469</cx:pt>
          <cx:pt idx="2702">0.31858518906545014</cx:pt>
          <cx:pt idx="2703">0.32636644082878991</cx:pt>
          <cx:pt idx="2704">0.80871042432659479</cx:pt>
          <cx:pt idx="2705">0.38111436615631872</cx:pt>
          <cx:pt idx="2706">0.36103993212330532</cx:pt>
          <cx:pt idx="2707">0.51124180495659011</cx:pt>
          <cx:pt idx="2708">0.43314848165789283</cx:pt>
          <cx:pt idx="2709">0.41614267113296899</cx:pt>
          <cx:pt idx="2710">0.51863190495351141</cx:pt>
          <cx:pt idx="2711">0.21021095339239471</cx:pt>
          <cx:pt idx="2712">0.25276570835937812</cx:pt>
          <cx:pt idx="2713">0.57762812413572562</cx:pt>
          <cx:pt idx="2714">0.41448398850132712</cx:pt>
          <cx:pt idx="2715">0.65562449778100551</cx:pt>
          <cx:pt idx="2716">0.35920451577425888</cx:pt>
          <cx:pt idx="2717">0.61610388457412502</cx:pt>
          <cx:pt idx="2718">0.63117240583191481</cx:pt>
          <cx:pt idx="2719">0.74644436099136613</cx:pt>
          <cx:pt idx="2720">0.62706278489900524</cx:pt>
          <cx:pt idx="2721">0.29076034316082283</cx:pt>
          <cx:pt idx="2722">0.5944356818684462</cx:pt>
          <cx:pt idx="2723">0.5086263735639045</cx:pt>
          <cx:pt idx="2724">0.53506890697207365</cx:pt>
          <cx:pt idx="2725">0.23493850556687118</cx:pt>
          <cx:pt idx="2726">0.32876351555171202</cx:pt>
          <cx:pt idx="2727">0.37287554585891935</cx:pt>
          <cx:pt idx="2728">0.83636151839146367</cx:pt>
          <cx:pt idx="2729">0.76959745303592553</cx:pt>
          <cx:pt idx="2730">0.27547331212884685</cx:pt>
          <cx:pt idx="2731">0.78412252410691319</cx:pt>
          <cx:pt idx="2732">0.59529300168050248</cx:pt>
          <cx:pt idx="2733">0.57492178867416877</cx:pt>
          <cx:pt idx="2734">0.77959901273602317</cx:pt>
          <cx:pt idx="2735">0.43819562015633484</cx:pt>
          <cx:pt idx="2736">0.18262364162970016</cx:pt>
          <cx:pt idx="2737">0.22587688227523892</cx:pt>
          <cx:pt idx="2738">0.80940986675847937</cx:pt>
          <cx:pt idx="2739">0.78791438243434775</cx:pt>
          <cx:pt idx="2740">0.42262055036561841</cx:pt>
          <cx:pt idx="2741">0.55025390259811924</cx:pt>
          <cx:pt idx="2742">0.70907412812094872</cx:pt>
          <cx:pt idx="2743">0.36193026653413152</cx:pt>
          <cx:pt idx="2744">0.18635375745457455</cx:pt>
          <cx:pt idx="2745">0.57206123381130136</cx:pt>
          <cx:pt idx="2746">0.57118126275888204</cx:pt>
          <cx:pt idx="2747">0.77488069469996523</cx:pt>
          <cx:pt idx="2748">0.059500049866500093</cx:pt>
          <cx:pt idx="2749">0.58384815251199973</cx:pt>
          <cx:pt idx="2750">0.39474714510298375</cx:pt>
          <cx:pt idx="2751">0.23318320192109446</cx:pt>
          <cx:pt idx="2752">0.72481227101180479</cx:pt>
          <cx:pt idx="2753">0.71538611951785369</cx:pt>
          <cx:pt idx="2754">0.71314831620813857</cx:pt>
          <cx:pt idx="2755">0.73903079657716797</cx:pt>
          <cx:pt idx="2756">0.33450100941561112</cx:pt>
          <cx:pt idx="2757">0.42806927397648276</cx:pt>
          <cx:pt idx="2758">0.5713728666495701</cx:pt>
          <cx:pt idx="2759">0.58957991946354948</cx:pt>
          <cx:pt idx="2760">0.43385025493359741</cx:pt>
          <cx:pt idx="2761">0.48526043258100393</cx:pt>
          <cx:pt idx="2762">0.38979029540391197</cx:pt>
          <cx:pt idx="2763">0.54192924519295582</cx:pt>
          <cx:pt idx="2764">0.2929411986622576</cx:pt>
          <cx:pt idx="2765">0.55436729953708996</cx:pt>
          <cx:pt idx="2766">0.58586437758933652</cx:pt>
          <cx:pt idx="2767">0.33217881534383004</cx:pt>
          <cx:pt idx="2768">0.43474203816511042</cx:pt>
          <cx:pt idx="2769">0.31389286036908121</cx:pt>
          <cx:pt idx="2770">0.41729849107182521</cx:pt>
          <cx:pt idx="2771">0.27153676827508938</cx:pt>
          <cx:pt idx="2772">0.40669892429198845</cx:pt>
          <cx:pt idx="2773">0.39447839918589239</cx:pt>
          <cx:pt idx="2774">0.26113329605355345</cx:pt>
          <cx:pt idx="2775">0.27460479063441978</cx:pt>
          <cx:pt idx="2776">0.2777848271870606</cx:pt>
          <cx:pt idx="2777">0.42545143485695741</cx:pt>
          <cx:pt idx="2778">0.46842989278763825</cx:pt>
          <cx:pt idx="2779">0.091402723193294566</cx:pt>
          <cx:pt idx="2780">0.38435378545333199</cx:pt>
          <cx:pt idx="2781">0.3426305432978235</cx:pt>
          <cx:pt idx="2782">0.57455854142079166</cx:pt>
          <cx:pt idx="2783">0.56827649931234281</cx:pt>
          <cx:pt idx="2784">0.49860210142383238</cx:pt>
          <cx:pt idx="2785">0.79873131799141117</cx:pt>
          <cx:pt idx="2786">0.5316909394308923</cx:pt>
          <cx:pt idx="2787">0.53272284598756869</cx:pt>
          <cx:pt idx="2788">0.68239287993636222</cx:pt>
          <cx:pt idx="2789">0.47722450993712512</cx:pt>
          <cx:pt idx="2790">0.36392656016747266</cx:pt>
          <cx:pt idx="2791">0.36372610923367871</cx:pt>
          <cx:pt idx="2792">0.48847454909332499</cx:pt>
          <cx:pt idx="2793">0.5848241380129896</cx:pt>
          <cx:pt idx="2794">0.61448580063677649</cx:pt>
          <cx:pt idx="2795">0.59353243679980183</cx:pt>
          <cx:pt idx="2796">0.43786142400048944</cx:pt>
          <cx:pt idx="2797">0.44824771937454266</cx:pt>
          <cx:pt idx="2798">0.58502209344774847</cx:pt>
          <cx:pt idx="2799">0.14275122395979603</cx:pt>
          <cx:pt idx="2800">0.61064337646886035</cx:pt>
          <cx:pt idx="2801">0.57610693955812642</cx:pt>
          <cx:pt idx="2802">0.33982503290435367</cx:pt>
          <cx:pt idx="2803">0.33452901201031593</cx:pt>
          <cx:pt idx="2804">0.52113500966032689</cx:pt>
          <cx:pt idx="2805">0.53286299898462397</cx:pt>
          <cx:pt idx="2806">0.3815208661723361</cx:pt>
          <cx:pt idx="2807">0.50506542436842117</cx:pt>
          <cx:pt idx="2808">0.28642235990509923</cx:pt>
          <cx:pt idx="2809">0.46183801820587511</cx:pt>
          <cx:pt idx="2810">0.57271354294433263</cx:pt>
          <cx:pt idx="2811">0.5147322416288016</cx:pt>
          <cx:pt idx="2812">0.5421410433988314</cx:pt>
          <cx:pt idx="2813">0.63514199160218088</cx:pt>
          <cx:pt idx="2814">0.53435964698497185</cx:pt>
          <cx:pt idx="2815">0.39447528469626014</cx:pt>
          <cx:pt idx="2816">0.25638996778658268</cx:pt>
          <cx:pt idx="2817">0.65204283182182354</cx:pt>
          <cx:pt idx="2818">0.65348785005034682</cx:pt>
          <cx:pt idx="2819">0.72543614549325264</cx:pt>
          <cx:pt idx="2820">0.37505752452064856</cx:pt>
          <cx:pt idx="2821">0.61108922611255956</cx:pt>
          <cx:pt idx="2822">0.59040337377897212</cx:pt>
          <cx:pt idx="2823">0.7127209652519253</cx:pt>
          <cx:pt idx="2824">0.59913444210854949</cx:pt>
          <cx:pt idx="2825">0.78039528972507322</cx:pt>
          <cx:pt idx="2826">0.39968238382786569</cx:pt>
          <cx:pt idx="2827">0.22905809052141574</cx:pt>
          <cx:pt idx="2828">0.15513120742089806</cx:pt>
          <cx:pt idx="2829">0.31904497247751468</cx:pt>
          <cx:pt idx="2830">0.48292608346531934</cx:pt>
          <cx:pt idx="2831">0.87278380253858279</cx:pt>
          <cx:pt idx="2832">0.49192198635683837</cx:pt>
          <cx:pt idx="2833">0.4739530448002417</cx:pt>
          <cx:pt idx="2834">0.13840149676091143</cx:pt>
          <cx:pt idx="2835">0.51604267259333825</cx:pt>
          <cx:pt idx="2836">0.38786499527796359</cx:pt>
          <cx:pt idx="2837">0.28356479457712208</cx:pt>
          <cx:pt idx="2838">0.66114797440456918</cx:pt>
          <cx:pt idx="2839">0.79749155350865053</cx:pt>
          <cx:pt idx="2840">0.33599680396205989</cx:pt>
          <cx:pt idx="2841">0.16345554039742638</cx:pt>
          <cx:pt idx="2842">0.1943687199857948</cx:pt>
          <cx:pt idx="2843">0.65059952863979298</cx:pt>
          <cx:pt idx="2844">0.48532734603580313</cx:pt>
          <cx:pt idx="2845">0.20991224778001524</cx:pt>
          <cx:pt idx="2846">0.80938666755762645</cx:pt>
          <cx:pt idx="2847">0.30538858005640501</cx:pt>
          <cx:pt idx="2848">0.32802703347012102</cx:pt>
          <cx:pt idx="2849">0.59156282013267392</cx:pt>
          <cx:pt idx="2850">0.58855008798818187</cx:pt>
          <cx:pt idx="2851">0.66477114883218102</cx:pt>
          <cx:pt idx="2852">0.43840227801730358</cx:pt>
          <cx:pt idx="2853">0.22390024485360988</cx:pt>
          <cx:pt idx="2854">0.47575845126255095</cx:pt>
          <cx:pt idx="2855">0.16863065617451711</cx:pt>
          <cx:pt idx="2856">0.35971544579132525</cx:pt>
          <cx:pt idx="2857">0.45831141852162366</cx:pt>
          <cx:pt idx="2858">0.55341240244691459</cx:pt>
          <cx:pt idx="2859">0.21283385895869547</cx:pt>
          <cx:pt idx="2860">0.69134917358787951</cx:pt>
          <cx:pt idx="2861">0.82185126389988838</cx:pt>
          <cx:pt idx="2862">0.59470037599086267</cx:pt>
          <cx:pt idx="2863">0.50044850197942747</cx:pt>
          <cx:pt idx="2864">0.45933235536978828</cx:pt>
          <cx:pt idx="2865">0.31683357075306662</cx:pt>
          <cx:pt idx="2866">0.55565189186031594</cx:pt>
          <cx:pt idx="2867">0.59740286571703216</cx:pt>
          <cx:pt idx="2868">0.65608693018418618</cx:pt>
          <cx:pt idx="2869">0.52705236867889771</cx:pt>
          <cx:pt idx="2870">0.36479589976924165</cx:pt>
          <cx:pt idx="2871">0.70256596121283088</cx:pt>
          <cx:pt idx="2872">0.55545519916919672</cx:pt>
          <cx:pt idx="2873">0.28685901470864283</cx:pt>
          <cx:pt idx="2874">0.42792849739159083</cx:pt>
          <cx:pt idx="2875">0.32574361830133752</cx:pt>
          <cx:pt idx="2876">0.74539757039311572</cx:pt>
          <cx:pt idx="2877">0.45766429147697452</cx:pt>
          <cx:pt idx="2878">0.54944626422829035</cx:pt>
          <cx:pt idx="2879">0.60252644224269503</cx:pt>
          <cx:pt idx="2880">0.526784046954753</cx:pt>
          <cx:pt idx="2881">0.070199420872020246</cx:pt>
          <cx:pt idx="2882">0.45648209198064144</cx:pt>
          <cx:pt idx="2883">0.30975876872912567</cx:pt>
          <cx:pt idx="2884">0.51761531699377239</cx:pt>
          <cx:pt idx="2885">0.55404392845096484</cx:pt>
          <cx:pt idx="2886">0.73968429156101878</cx:pt>
          <cx:pt idx="2887">0.57187081880423685</cx:pt>
          <cx:pt idx="2888">0.43989121101048551</cx:pt>
          <cx:pt idx="2889">0.6256305999797247</cx:pt>
          <cx:pt idx="2890">0.31524932824483026</cx:pt>
          <cx:pt idx="2891">0.42899623195334446</cx:pt>
          <cx:pt idx="2892">0.26472678414171846</cx:pt>
          <cx:pt idx="2893">0.67636976192076903</cx:pt>
          <cx:pt idx="2894">0.57437748151574686</cx:pt>
          <cx:pt idx="2895">0.30746245288864171</cx:pt>
          <cx:pt idx="2896">0.57351784465352429</cx:pt>
          <cx:pt idx="2897">0.29619063826006597</cx:pt>
          <cx:pt idx="2898">0.26801407506024127</cx:pt>
          <cx:pt idx="2899">0.37239737145153462</cx:pt>
          <cx:pt idx="2900">0.43220637261777961</cx:pt>
          <cx:pt idx="2901">0.7562085812765259</cx:pt>
          <cx:pt idx="2902">0.59745576274024281</cx:pt>
          <cx:pt idx="2903">0.68581651087539108</cx:pt>
          <cx:pt idx="2904">0.6851302886809959</cx:pt>
          <cx:pt idx="2905">0.53460979366415395</cx:pt>
          <cx:pt idx="2906">0.41329978207133655</cx:pt>
          <cx:pt idx="2907">0.66388761213012781</cx:pt>
          <cx:pt idx="2908">0.51454473611839713</cx:pt>
          <cx:pt idx="2909">0.59070584818425709</cx:pt>
          <cx:pt idx="2910">0.68003372790272987</cx:pt>
          <cx:pt idx="2911">0.57105477263061655</cx:pt>
          <cx:pt idx="2912">0.61348832323606328</cx:pt>
          <cx:pt idx="2913">0.52164202312506247</cx:pt>
          <cx:pt idx="2914">0.68444343096715488</cx:pt>
          <cx:pt idx="2915">0.56718384676910216</cx:pt>
          <cx:pt idx="2916">0.46933693493410056</cx:pt>
          <cx:pt idx="2917">0.29372905328712684</cx:pt>
          <cx:pt idx="2918">0.55366496833495626</cx:pt>
          <cx:pt idx="2919">0.55440500195351095</cx:pt>
          <cx:pt idx="2920">0.50953625002703884</cx:pt>
          <cx:pt idx="2921">0.50576057660924467</cx:pt>
          <cx:pt idx="2922">0.54102504891619918</cx:pt>
          <cx:pt idx="2923">0.68479988437250439</cx:pt>
          <cx:pt idx="2924">0.51421231956538005</cx:pt>
          <cx:pt idx="2925">0.51895285487529808</cx:pt>
          <cx:pt idx="2926">0.3587417787002356</cx:pt>
          <cx:pt idx="2927">0.20901417720090512</cx:pt>
          <cx:pt idx="2928">0.56852503023406409</cx:pt>
          <cx:pt idx="2929">0.52801903304688436</cx:pt>
          <cx:pt idx="2930">0.29339830124949534</cx:pt>
          <cx:pt idx="2931">0.25551210085873949</cx:pt>
          <cx:pt idx="2932">0.41558433114035875</cx:pt>
          <cx:pt idx="2933">0.49974487061905709</cx:pt>
          <cx:pt idx="2934">0.71148634595596361</cx:pt>
          <cx:pt idx="2935">0.51064338213297866</cx:pt>
          <cx:pt idx="2936">0.39246686953405785</cx:pt>
          <cx:pt idx="2937">0.44899173321711178</cx:pt>
          <cx:pt idx="2938">0.63156493704129646</cx:pt>
          <cx:pt idx="2939">0.68235932812302424</cx:pt>
          <cx:pt idx="2940">0.61797218127563303</cx:pt>
          <cx:pt idx="2941">0.54222569093620621</cx:pt>
          <cx:pt idx="2942">0.27417154974437885</cx:pt>
          <cx:pt idx="2943">0.54142403384774684</cx:pt>
          <cx:pt idx="2944">0.55855410206981926</cx:pt>
          <cx:pt idx="2945">0.5603856958947605</cx:pt>
          <cx:pt idx="2946">0.70382198126964235</cx:pt>
          <cx:pt idx="2947">0.80918857749017903</cx:pt>
          <cx:pt idx="2948">0.74400767375081445</cx:pt>
          <cx:pt idx="2949">0.33505674664581969</cx:pt>
          <cx:pt idx="2950">0.37119924215325928</cx:pt>
          <cx:pt idx="2951">0.44996116836206074</cx:pt>
          <cx:pt idx="2952">0.52359597691491977</cx:pt>
          <cx:pt idx="2953">0.55968662615407172</cx:pt>
          <cx:pt idx="2954">0.38872739075714807</cx:pt>
          <cx:pt idx="2955">0.84331084415323665</cx:pt>
          <cx:pt idx="2956">0.53351486397236403</cx:pt>
          <cx:pt idx="2957">0.45895599094693434</cx:pt>
          <cx:pt idx="2958">0.3696967641260443</cx:pt>
          <cx:pt idx="2959">0.47565454220291498</cx:pt>
          <cx:pt idx="2960">0.5343207206293672</cx:pt>
          <cx:pt idx="2961">0.28881699742811617</cx:pt>
          <cx:pt idx="2962">0.43898336764704343</cx:pt>
          <cx:pt idx="2963">0.43710280725211126</cx:pt>
          <cx:pt idx="2964">0.2592636495406308</cx:pt>
          <cx:pt idx="2965">0.50113950839623078</cx:pt>
          <cx:pt idx="2966">0.77893171575206188</cx:pt>
          <cx:pt idx="2967">0.40580134203191154</cx:pt>
          <cx:pt idx="2968">0.62559905776566871</cx:pt>
          <cx:pt idx="2969">0.28498079580680141</cx:pt>
          <cx:pt idx="2970">0.41597550609153211</cx:pt>
          <cx:pt idx="2971">0.66840157421498503</cx:pt>
          <cx:pt idx="2972">0.37482174043490402</cx:pt>
          <cx:pt idx="2973">0.19074057198700892</cx:pt>
          <cx:pt idx="2974">0.65700152324595529</cx:pt>
          <cx:pt idx="2975">0.59749989218207722</cx:pt>
          <cx:pt idx="2976">0.58460112697679201</cx:pt>
          <cx:pt idx="2977">0.84193229920847534</cx:pt>
          <cx:pt idx="2978">0.63494022585109389</cx:pt>
          <cx:pt idx="2979">0.60240287083013433</cx:pt>
          <cx:pt idx="2980">0.48803482846204765</cx:pt>
          <cx:pt idx="2981">0.721931822390661</cx:pt>
          <cx:pt idx="2982">0.35054314948835147</cx:pt>
          <cx:pt idx="2983">0.57560662655407324</cx:pt>
          <cx:pt idx="2984">0.49371201280159249</cx:pt>
          <cx:pt idx="2985">0.55442573631486614</cx:pt>
          <cx:pt idx="2986">0.42485522784998936</cx:pt>
          <cx:pt idx="2987">0.45434439684457079</cx:pt>
          <cx:pt idx="2988">0.56284046002873256</cx:pt>
          <cx:pt idx="2989">0.54829511667300035</cx:pt>
          <cx:pt idx="2990">0.26769133242843296</cx:pt>
          <cx:pt idx="2991">0.62235061708513317</cx:pt>
          <cx:pt idx="2992">0.64807466206246367</cx:pt>
          <cx:pt idx="2993">0.56259856977884193</cx:pt>
          <cx:pt idx="2994">0.70613262476548844</cx:pt>
          <cx:pt idx="2995">0.50546954323002224</cx:pt>
          <cx:pt idx="2996">0.59462032475600524</cx:pt>
          <cx:pt idx="2997">0.59003546281769303</cx:pt>
          <cx:pt idx="2998">0.5775237926610044</cx:pt>
          <cx:pt idx="2999">0.26923780140464093</cx:pt>
          <cx:pt idx="3000">0.41648809345572557</cx:pt>
          <cx:pt idx="3001">0.53287272684139331</cx:pt>
          <cx:pt idx="3002">0.35632197850103986</cx:pt>
          <cx:pt idx="3003">0.3315739400881455</cx:pt>
          <cx:pt idx="3004">0.40818558160833718</cx:pt>
          <cx:pt idx="3005">0.53200700475946294</cx:pt>
          <cx:pt idx="3006">0.55587305265744991</cx:pt>
          <cx:pt idx="3007">0.6662466543712311</cx:pt>
          <cx:pt idx="3008">0.45464618410371871</cx:pt>
          <cx:pt idx="3009">0.32078380931059164</cx:pt>
          <cx:pt idx="3010">0.61020050311475504</cx:pt>
          <cx:pt idx="3011">0.52903157363287534</cx:pt>
          <cx:pt idx="3012">0.77309737603906392</cx:pt>
          <cx:pt idx="3013">0.42962376534818542</cx:pt>
          <cx:pt idx="3014">0.61195752872958242</cx:pt>
          <cx:pt idx="3015">0.58033054402179418</cx:pt>
          <cx:pt idx="3016">0.29129645775366314</cx:pt>
          <cx:pt idx="3017">0.30602581191025202</cx:pt>
          <cx:pt idx="3018">0.45643148051633547</cx:pt>
          <cx:pt idx="3019">0.55350064738060856</cx:pt>
          <cx:pt idx="3020">0.55439124166806386</cx:pt>
          <cx:pt idx="3021">0.2753664711032357</cx:pt>
          <cx:pt idx="3022">0.66540223664396758</cx:pt>
          <cx:pt idx="3023">0.20751388682645935</cx:pt>
          <cx:pt idx="3024">0.41415928852610784</cx:pt>
          <cx:pt idx="3025">0.23748229994562164</cx:pt>
          <cx:pt idx="3026">0.48823108674491017</cx:pt>
          <cx:pt idx="3027">0.32559733073198083</cx:pt>
          <cx:pt idx="3028">0.75917242637927351</cx:pt>
          <cx:pt idx="3029">0.48011339189030816</cx:pt>
          <cx:pt idx="3030">0.50970970186293862</cx:pt>
          <cx:pt idx="3031">0.73910230847506042</cx:pt>
          <cx:pt idx="3032">0.78693578016336274</cx:pt>
          <cx:pt idx="3033">0.24595959871049972</cx:pt>
          <cx:pt idx="3034">0.39138186765499267</cx:pt>
          <cx:pt idx="3035">0.5674301810460437</cx:pt>
          <cx:pt idx="3036">0.65129748996846326</cx:pt>
          <cx:pt idx="3037">0.31382129801131609</cx:pt>
          <cx:pt idx="3038">0.53136870898283761</cx:pt>
          <cx:pt idx="3039">0.6441550843183792</cx:pt>
          <cx:pt idx="3040">0.48526340170669791</cx:pt>
          <cx:pt idx="3041">0.53781932980490998</cx:pt>
          <cx:pt idx="3042">0.81965026425162346</cx:pt>
          <cx:pt idx="3043">0.35827915495654816</cx:pt>
          <cx:pt idx="3044">0.57176168884826095</cx:pt>
          <cx:pt idx="3045">0.5719301236712071</cx:pt>
          <cx:pt idx="3046">0.45766387768957545</cx:pt>
          <cx:pt idx="3047">0.17549925133068753</cx:pt>
          <cx:pt idx="3048">0.60507545608283908</cx:pt>
          <cx:pt idx="3049">0.060054166416295719</cx:pt>
          <cx:pt idx="3050">0.22927951248785672</cx:pt>
          <cx:pt idx="3051">0.43657886546226632</cx:pt>
          <cx:pt idx="3052">0.55652329196750927</cx:pt>
          <cx:pt idx="3053">0.57548444075988658</cx:pt>
          <cx:pt idx="3054">0.37747043258566182</cx:pt>
          <cx:pt idx="3055">0.51248661251313432</cx:pt>
          <cx:pt idx="3056">0.40599364725273174</cx:pt>
          <cx:pt idx="3057">0.47500427751273672</cx:pt>
          <cx:pt idx="3058">0.1329071200188903</cx:pt>
          <cx:pt idx="3059">0.69572034546698958</cx:pt>
          <cx:pt idx="3060">0.70387944367359068</cx:pt>
          <cx:pt idx="3061">0.65225988659087475</cx:pt>
          <cx:pt idx="3062">0.57988518411179779</cx:pt>
          <cx:pt idx="3063">0.36603577894114447</cx:pt>
          <cx:pt idx="3064">0.82755608571455874</cx:pt>
          <cx:pt idx="3065">0.45105813350081636</cx:pt>
          <cx:pt idx="3066">0.52965597228165529</cx:pt>
          <cx:pt idx="3067">0.24839437594051259</cx:pt>
          <cx:pt idx="3068">0.3494015915639781</cx:pt>
          <cx:pt idx="3069">0.35295043084897848</cx:pt>
          <cx:pt idx="3070">0.20435256849447339</cx:pt>
          <cx:pt idx="3071">0.59986446539755467</cx:pt>
          <cx:pt idx="3072">0.71161830600184339</cx:pt>
          <cx:pt idx="3073">0.58270913731478868</cx:pt>
          <cx:pt idx="3074">0.53399762161967634</cx:pt>
          <cx:pt idx="3075">0.50099997833992704</cx:pt>
          <cx:pt idx="3076">0.32385615662947193</cx:pt>
          <cx:pt idx="3077">0.77031650361612836</cx:pt>
          <cx:pt idx="3078">0.30645790778122123</cx:pt>
          <cx:pt idx="3079">0.7487003887571434</cx:pt>
          <cx:pt idx="3080">0.8524116547643249</cx:pt>
          <cx:pt idx="3081">0.56201139419515234</cx:pt>
          <cx:pt idx="3082">0.53973303315616161</cx:pt>
          <cx:pt idx="3083">0.28151377927385712</cx:pt>
          <cx:pt idx="3084">0.25025565797692523</cx:pt>
          <cx:pt idx="3085">0.078684048741258714</cx:pt>
          <cx:pt idx="3086">0.40617397912503034</cx:pt>
          <cx:pt idx="3087">0.37242259429214947</cx:pt>
          <cx:pt idx="3088">0.28981632226570814</cx:pt>
          <cx:pt idx="3089">0.61159343180431225</cx:pt>
          <cx:pt idx="3090">0.44813174450488258</cx:pt>
          <cx:pt idx="3091">0.2742011326088164</cx:pt>
          <cx:pt idx="3092">0.55499294695939483</cx:pt>
          <cx:pt idx="3093">0.51559943879683656</cx:pt>
          <cx:pt idx="3094">0.55550167889453006</cx:pt>
          <cx:pt idx="3095">0.31468645466429018</cx:pt>
          <cx:pt idx="3096">0.24736201309466666</cx:pt>
          <cx:pt idx="3097">0.24808217830879845</cx:pt>
          <cx:pt idx="3098">0.23700127782998986</cx:pt>
          <cx:pt idx="3099">0.57147317416981347</cx:pt>
          <cx:pt idx="3100">0.31044770340034195</cx:pt>
          <cx:pt idx="3101">0.41546723922513545</cx:pt>
          <cx:pt idx="3102">0.55307676031180175</cx:pt>
          <cx:pt idx="3103">0.53417330379560168</cx:pt>
          <cx:pt idx="3104">0.83847813539003035</cx:pt>
          <cx:pt idx="3105">0.32748997701658672</cx:pt>
          <cx:pt idx="3106">0.20178320064123234</cx:pt>
          <cx:pt idx="3107">0.18596279978104965</cx:pt>
          <cx:pt idx="3108">0.3344389173349463</cx:pt>
          <cx:pt idx="3109">0.27223012985421585</cx:pt>
          <cx:pt idx="3110">0.85681273604333674</cx:pt>
          <cx:pt idx="3111">0.34778571949152087</cx:pt>
          <cx:pt idx="3112">0.2352947022426764</cx:pt>
          <cx:pt idx="3113">0.44540849050508857</cx:pt>
          <cx:pt idx="3114">0.4312075252233703</cx:pt>
          <cx:pt idx="3115">0.60719609617378789</cx:pt>
          <cx:pt idx="3116">0.58720489275867782</cx:pt>
          <cx:pt idx="3117">0.44700267302604679</cx:pt>
          <cx:pt idx="3118">0.83348704308917831</cx:pt>
          <cx:pt idx="3119">0.45330814835359923</cx:pt>
          <cx:pt idx="3120">0.48992942891311586</cx:pt>
          <cx:pt idx="3121">0.27033012096227343</cx:pt>
          <cx:pt idx="3122">0.44903767773723774</cx:pt>
          <cx:pt idx="3123">0.2833658816407843</cx:pt>
          <cx:pt idx="3124">0.17366355468267902</cx:pt>
          <cx:pt idx="3125">0.51065784423116134</cx:pt>
          <cx:pt idx="3126">0.56955877777905939</cx:pt>
          <cx:pt idx="3127">0.0242815244354674</cx:pt>
          <cx:pt idx="3128">0.2079878277791499</cx:pt>
          <cx:pt idx="3129">0.62410062428791491</cx:pt>
          <cx:pt idx="3130">0.79785484807802332</cx:pt>
          <cx:pt idx="3131">0.26684380081657244</cx:pt>
          <cx:pt idx="3132">0.25712176501567607</cx:pt>
          <cx:pt idx="3133">0.66875673505481514</cx:pt>
          <cx:pt idx="3134">0.61899901519306033</cx:pt>
          <cx:pt idx="3135">0.5665503919930609</cx:pt>
          <cx:pt idx="3136">0.58841624512523261</cx:pt>
          <cx:pt idx="3137">0.67363392296102953</cx:pt>
          <cx:pt idx="3138">0.88085708618624359</cx:pt>
          <cx:pt idx="3139">0.81975462301049595</cx:pt>
          <cx:pt idx="3140">0.75649515511340115</cx:pt>
          <cx:pt idx="3141">0.70850034995000433</cx:pt>
          <cx:pt idx="3142">0.56956422978920229</cx:pt>
          <cx:pt idx="3143">0.64199086286957008</cx:pt>
          <cx:pt idx="3144">0.46872766704048785</cx:pt>
          <cx:pt idx="3145">0.70681668904833672</cx:pt>
          <cx:pt idx="3146">0.5935259282514348</cx:pt>
          <cx:pt idx="3147">0.69290771827794695</cx:pt>
          <cx:pt idx="3148">0.38145414857255294</cx:pt>
          <cx:pt idx="3149">0.75235995728312632</cx:pt>
          <cx:pt idx="3150">0.37330116719557338</cx:pt>
          <cx:pt idx="3151">0.54988047526698769</cx:pt>
          <cx:pt idx="3152">0.2030455087839205</cx:pt>
          <cx:pt idx="3153">0.4931562702436717</cx:pt>
          <cx:pt idx="3154">0.23417188546283141</cx:pt>
          <cx:pt idx="3155">0.53621690988189163</cx:pt>
          <cx:pt idx="3156">0.24688000136469521</cx:pt>
          <cx:pt idx="3157">0.47531470785944852</cx:pt>
          <cx:pt idx="3158">0.37565891249146055</cx:pt>
          <cx:pt idx="3159">0.20307768349727032</cx:pt>
          <cx:pt idx="3160">0.42321925576742331</cx:pt>
          <cx:pt idx="3161">0.54857102142101455</cx:pt>
          <cx:pt idx="3162">0.5513976979570816</cx:pt>
          <cx:pt idx="3163">0.35982566202381738</cx:pt>
          <cx:pt idx="3164">0.78160492291641914</cx:pt>
          <cx:pt idx="3165">0.70094420347426878</cx:pt>
          <cx:pt idx="3166">0.53737758616085873</cx:pt>
          <cx:pt idx="3167">0.57381873349552037</cx:pt>
          <cx:pt idx="3168">0.52887548097882908</cx:pt>
          <cx:pt idx="3169">0.5331619949815799</cx:pt>
          <cx:pt idx="3170">0.65372880069124961</cx:pt>
          <cx:pt idx="3171">0.58774891924565775</cx:pt>
          <cx:pt idx="3172">0.56756371031506381</cx:pt>
          <cx:pt idx="3173">0.25829628990249043</cx:pt>
          <cx:pt idx="3174">0.58159083698592962</cx:pt>
          <cx:pt idx="3175">0.85625805719736314</cx:pt>
          <cx:pt idx="3176">0.4557526170639718</cx:pt>
          <cx:pt idx="3177">0.82060406338903591</cx:pt>
          <cx:pt idx="3178">0.54595825457728764</cx:pt>
          <cx:pt idx="3179">0.8196238472494779</cx:pt>
          <cx:pt idx="3180">0.28565297590159788</cx:pt>
          <cx:pt idx="3181">0.66602384802803583</cx:pt>
          <cx:pt idx="3182">0.55391449939784798</cx:pt>
          <cx:pt idx="3183">0.062811452420575689</cx:pt>
          <cx:pt idx="3184">0.4548337354587354</cx:pt>
          <cx:pt idx="3185">0.57059742756833143</cx:pt>
          <cx:pt idx="3186">0.24347321352539081</cx:pt>
          <cx:pt idx="3187">0.43127060459175942</cx:pt>
          <cx:pt idx="3188">0.46873116970129897</cx:pt>
          <cx:pt idx="3189">0.75138700065277675</cx:pt>
          <cx:pt idx="3190">0.55642663092996747</cx:pt>
          <cx:pt idx="3191">0.30268873556796355</cx:pt>
          <cx:pt idx="3192">0.82837090025973115</cx:pt>
          <cx:pt idx="3193">0.23120676470546128</cx:pt>
          <cx:pt idx="3194">0.46958086548085542</cx:pt>
          <cx:pt idx="3195">0.65144391881947794</cx:pt>
          <cx:pt idx="3196">0.81604492355543512</cx:pt>
          <cx:pt idx="3197">0.38926677941215559</cx:pt>
          <cx:pt idx="3198">0.50000556259266882</cx:pt>
          <cx:pt idx="3199">0.51090598819673894</cx:pt>
          <cx:pt idx="3200">0.063670885383397685</cx:pt>
          <cx:pt idx="3201">0.48506286482042726</cx:pt>
          <cx:pt idx="3202">0.17330091981406504</cx:pt>
          <cx:pt idx="3203">0.39324896190212416</cx:pt>
          <cx:pt idx="3204">0.36517973069440368</cx:pt>
          <cx:pt idx="3205">0.61608160808305856</cx:pt>
          <cx:pt idx="3206">0.3865062386078828</cx:pt>
          <cx:pt idx="3207">0.27603419168062626</cx:pt>
          <cx:pt idx="3208">0.53246280591707307</cx:pt>
          <cx:pt idx="3209">0.16170324206991851</cx:pt>
          <cx:pt idx="3210">0.49281781065052044</cx:pt>
          <cx:pt idx="3211">0.45124931440838706</cx:pt>
          <cx:pt idx="3212">0.556546824447264</cx:pt>
          <cx:pt idx="3213">0.68625713332745608</cx:pt>
          <cx:pt idx="3214">0.41516169647219203</cx:pt>
          <cx:pt idx="3215">0.59022025596893879</cx:pt>
          <cx:pt idx="3216">0.49436840254112774</cx:pt>
          <cx:pt idx="3217">0.57172401898923353</cx:pt>
          <cx:pt idx="3218">0.24688531736260319</cx:pt>
          <cx:pt idx="3219">0.40773076294428368</cx:pt>
          <cx:pt idx="3220">0.34820944041177365</cx:pt>
          <cx:pt idx="3221">0.30495573720549751</cx:pt>
          <cx:pt idx="3222">0.56804074348032185</cx:pt>
          <cx:pt idx="3223">0.34758171673408117</cx:pt>
          <cx:pt idx="3224">0.5776700767862798</cx:pt>
          <cx:pt idx="3225">0.56285221105232952</cx:pt>
          <cx:pt idx="3226">0.37657186608689514</cx:pt>
          <cx:pt idx="3227">0.44430415826665054</cx:pt>
          <cx:pt idx="3228">0.55721347860435833</cx:pt>
          <cx:pt idx="3229">0.47417199740468491</cx:pt>
          <cx:pt idx="3230">0.49258169173410876</cx:pt>
          <cx:pt idx="3231">0.72228032393239017</cx:pt>
          <cx:pt idx="3232">0.56026618971447306</cx:pt>
          <cx:pt idx="3233">0.47610876304701188</cx:pt>
          <cx:pt idx="3234">0.38186307443364242</cx:pt>
          <cx:pt idx="3235">0.46166415248296544</cx:pt>
          <cx:pt idx="3236">0.34677742301881848</cx:pt>
          <cx:pt idx="3237">0.82079694239049039</cx:pt>
          <cx:pt idx="3238">0.31575782477608427</cx:pt>
          <cx:pt idx="3239">0.89234803424162124</cx:pt>
          <cx:pt idx="3240">0.47468434453144914</cx:pt>
          <cx:pt idx="3241">0.53324580444603342</cx:pt>
          <cx:pt idx="3242">0.45091404388599537</cx:pt>
          <cx:pt idx="3243">0.33758663633743174</cx:pt>
          <cx:pt idx="3244">0.59062912683154067</cx:pt>
          <cx:pt idx="3245">0.41646677017661782</cx:pt>
          <cx:pt idx="3246">0.63526277769395889</cx:pt>
          <cx:pt idx="3247">0.13698679022013016</cx:pt>
          <cx:pt idx="3248">0.16377591532570174</cx:pt>
          <cx:pt idx="3249">0.27468385192309347</cx:pt>
          <cx:pt idx="3250">0.16683908336117809</cx:pt>
          <cx:pt idx="3251">0.56294702866377622</cx:pt>
          <cx:pt idx="3252">0.51528265928913308</cx:pt>
          <cx:pt idx="3253">0.48428491026701398</cx:pt>
          <cx:pt idx="3254">0.50043572857913954</cx:pt>
          <cx:pt idx="3255">0.55063746680917525</cx:pt>
          <cx:pt idx="3256">0.46074498626445215</cx:pt>
          <cx:pt idx="3257">0.40042250518066508</cx:pt>
          <cx:pt idx="3258">0.41181040012268516</cx:pt>
          <cx:pt idx="3259">0.20875278102329048</cx:pt>
          <cx:pt idx="3260">0.37240013289450491</cx:pt>
          <cx:pt idx="3261">0.36270209763377625</cx:pt>
          <cx:pt idx="3262">0.23927498941364017</cx:pt>
          <cx:pt idx="3263">0.27126742812204585</cx:pt>
          <cx:pt idx="3264">0.57306461471373826</cx:pt>
          <cx:pt idx="3265">0.54518283666836542</cx:pt>
          <cx:pt idx="3266">0.47672771123649588</cx:pt>
          <cx:pt idx="3267">0.32126061529278716</cx:pt>
          <cx:pt idx="3268">0.78771996104033237</cx:pt>
          <cx:pt idx="3269">0.36291561594705019</cx:pt>
          <cx:pt idx="3270">0.43317105423282082</cx:pt>
          <cx:pt idx="3271">0.28426884818031711</cx:pt>
          <cx:pt idx="3272">0.7371048051060648</cx:pt>
          <cx:pt idx="3273">0.36065153258981203</cx:pt>
          <cx:pt idx="3274">0.20648706424511618</cx:pt>
          <cx:pt idx="3275">0.46881491919357859</cx:pt>
          <cx:pt idx="3276">0.24166243974657256</cx:pt>
          <cx:pt idx="3277">0.41423230497511204</cx:pt>
          <cx:pt idx="3278">0.44044383785487401</cx:pt>
          <cx:pt idx="3279">0.61516732477364444</cx:pt>
          <cx:pt idx="3280">0.36817545394520051</cx:pt>
          <cx:pt idx="3281">0.15687882284076468</cx:pt>
          <cx:pt idx="3282">0.59859937798970908</cx:pt>
          <cx:pt idx="3283">0.60445944835549326</cx:pt>
          <cx:pt idx="3284">0.31460118215491317</cx:pt>
          <cx:pt idx="3285">0.34561164321275933</cx:pt>
          <cx:pt idx="3286">0.41772523960393571</cx:pt>
          <cx:pt idx="3287">0.50570878669919328</cx:pt>
          <cx:pt idx="3288">0.70798653092359809</cx:pt>
          <cx:pt idx="3289">0.22188388753502158</cx:pt>
          <cx:pt idx="3290">0.73950370939540921</cx:pt>
          <cx:pt idx="3291">0.5298142150252273</cx:pt>
          <cx:pt idx="3292">0.30621703985818732</cx:pt>
          <cx:pt idx="3293">0.2853508190285341</cx:pt>
          <cx:pt idx="3294">0.29922283305919523</cx:pt>
          <cx:pt idx="3295">0.43815516474804816</cx:pt>
          <cx:pt idx="3296">0.5203048213204019</cx:pt>
          <cx:pt idx="3297">0.5357213752151998</cx:pt>
          <cx:pt idx="3298">0.34515231271905644</cx:pt>
          <cx:pt idx="3299">0.34045454646471451</cx:pt>
          <cx:pt idx="3300">0.34546264732169785</cx:pt>
          <cx:pt idx="3301">0.35901164310679506</cx:pt>
          <cx:pt idx="3302">0.19619218787475851</cx:pt>
          <cx:pt idx="3303">0.62808417961314322</cx:pt>
          <cx:pt idx="3304">0.2907592522782102</cx:pt>
          <cx:pt idx="3305">0.59158658767388272</cx:pt>
          <cx:pt idx="3306">0.46681987703186323</cx:pt>
          <cx:pt idx="3307">0.45522662435556915</cx:pt>
          <cx:pt idx="3308">0.39385767488079204</cx:pt>
          <cx:pt idx="3309">0.32338228958642234</cx:pt>
          <cx:pt idx="3310">0.32843038437533761</cx:pt>
          <cx:pt idx="3311">0.55416399725937104</cx:pt>
          <cx:pt idx="3312">0.54001900249138102</cx:pt>
          <cx:pt idx="3313">0.29268184148247273</cx:pt>
          <cx:pt idx="3314">0.41694104207114535</cx:pt>
          <cx:pt idx="3315">0.27658760681915562</cx:pt>
          <cx:pt idx="3316">0.63764556596674316</cx:pt>
          <cx:pt idx="3317">0.38367983390334165</cx:pt>
          <cx:pt idx="3318">0.48811542257637891</cx:pt>
          <cx:pt idx="3319">0.86749260213290147</cx:pt>
          <cx:pt idx="3320">0.60193306564594362</cx:pt>
          <cx:pt idx="3321">0.52858204794718655</cx:pt>
          <cx:pt idx="3322">0.65984841481930612</cx:pt>
          <cx:pt idx="3323">0.60192869980830932</cx:pt>
          <cx:pt idx="3324">0.5185782353488122</cx:pt>
          <cx:pt idx="3325">0.51204188040987997</cx:pt>
          <cx:pt idx="3326">0.864465676609669</cx:pt>
          <cx:pt idx="3327">0.1438767644228563</cx:pt>
          <cx:pt idx="3328">0.74127249252376937</cx:pt>
          <cx:pt idx="3329">0.39780993433488437</cx:pt>
          <cx:pt idx="3330">0.53026369323971501</cx:pt>
          <cx:pt idx="3331">0.68555978474781742</cx:pt>
          <cx:pt idx="3332">0.36800307721166675</cx:pt>
          <cx:pt idx="3333">0.49628914526350199</cx:pt>
          <cx:pt idx="3334">0.5209172449174807</cx:pt>
          <cx:pt idx="3335">0.10662705158285618</cx:pt>
          <cx:pt idx="3336">0.28968705036490855</cx:pt>
          <cx:pt idx="3337">0.62800794483172129</cx:pt>
          <cx:pt idx="3338">0.63618636838570364</cx:pt>
          <cx:pt idx="3339">0.55278003037207368</cx:pt>
          <cx:pt idx="3340">0.20780187459127641</cx:pt>
          <cx:pt idx="3341">0.43231813257847884</cx:pt>
          <cx:pt idx="3342">0.42447508020680835</cx:pt>
          <cx:pt idx="3343">0.53127473398587322</cx:pt>
          <cx:pt idx="3344">0.33173127381344686</cx:pt>
          <cx:pt idx="3345">0.2836262679654768</cx:pt>
          <cx:pt idx="3346">0.36196107083544143</cx:pt>
          <cx:pt idx="3347">0.62689462516215133</cx:pt>
          <cx:pt idx="3348">0.42263598739689701</cx:pt>
          <cx:pt idx="3349">0.42027991356554029</cx:pt>
          <cx:pt idx="3350">0.55670303104609209</cx:pt>
          <cx:pt idx="3351">0.20829335550546135</cx:pt>
          <cx:pt idx="3352">0.38987960997106108</cx:pt>
          <cx:pt idx="3353">0.25255686613889317</cx:pt>
          <cx:pt idx="3354">0.61289635754275673</cx:pt>
          <cx:pt idx="3355">0.23260721372093623</cx:pt>
          <cx:pt idx="3356">0.36401533860408442</cx:pt>
          <cx:pt idx="3357">0.39423179063964819</cx:pt>
          <cx:pt idx="3358">0.39690520937511109</cx:pt>
          <cx:pt idx="3359">0.52888484589652507</cx:pt>
          <cx:pt idx="3360">0.52837603736100769</cx:pt>
          <cx:pt idx="3361">0.28348536805524571</cx:pt>
          <cx:pt idx="3362">0.45852681479853086</cx:pt>
          <cx:pt idx="3363">0.51520740271859633</cx:pt>
          <cx:pt idx="3364">0.58118460365397506</cx:pt>
          <cx:pt idx="3365">0.5775604008287637</cx:pt>
          <cx:pt idx="3366">0.74922274067220052</cx:pt>
          <cx:pt idx="3367">0.0046588285688796737</cx:pt>
          <cx:pt idx="3368">0.29205954049285504</cx:pt>
          <cx:pt idx="3369">0.21049693826626151</cx:pt>
          <cx:pt idx="3370">0.53712484461407117</cx:pt>
          <cx:pt idx="3371">0.4528558479230243</cx:pt>
          <cx:pt idx="3372">0.57057864419919468</cx:pt>
          <cx:pt idx="3373">0.60789988681604412</cx:pt>
          <cx:pt idx="3374">0.31046453172061811</cx:pt>
          <cx:pt idx="3375">0.58936108528760578</cx:pt>
          <cx:pt idx="3376">0.21140685667716941</cx:pt>
          <cx:pt idx="3377">0.59738401622007908</cx:pt>
          <cx:pt idx="3378">0.43596666068165402</cx:pt>
          <cx:pt idx="3379">0.1560539848805835</cx:pt>
          <cx:pt idx="3380">0.893159560468614</cx:pt>
          <cx:pt idx="3381">0.43851833721118882</cx:pt>
          <cx:pt idx="3382">0.14086137649694119</cx:pt>
          <cx:pt idx="3383">0.0012166764857332712</cx:pt>
          <cx:pt idx="3384">0.59750240303949742</cx:pt>
          <cx:pt idx="3385">0.53919696118724347</cx:pt>
          <cx:pt idx="3386">0.61157548485669833</cx:pt>
          <cx:pt idx="3387">0.45691272384795661</cx:pt>
          <cx:pt idx="3388">0.4071455857809782</cx:pt>
          <cx:pt idx="3389">0.28858533287405069</cx:pt>
          <cx:pt idx="3390">0.45817407202101135</cx:pt>
          <cx:pt idx="3391">0.56640880052826248</cx:pt>
          <cx:pt idx="3392">0.23272641991109064</cx:pt>
          <cx:pt idx="3393">0.16028674917974922</cx:pt>
          <cx:pt idx="3394">0.57090288470799899</cx:pt>
          <cx:pt idx="3395">0.22625660749873241</cx:pt>
          <cx:pt idx="3396">0.60715662207320442</cx:pt>
          <cx:pt idx="3397">0.55100256545694637</cx:pt>
          <cx:pt idx="3398">0.35469603478023232</cx:pt>
          <cx:pt idx="3399">0.59749127091991794</cx:pt>
          <cx:pt idx="3400">0.35259435997733085</cx:pt>
          <cx:pt idx="3401">0.50950621043913547</cx:pt>
          <cx:pt idx="3402">0.33848325795352557</cx:pt>
          <cx:pt idx="3403">0.39339393575798037</cx:pt>
          <cx:pt idx="3404">0.52760280375378243</cx:pt>
          <cx:pt idx="3405">0.78398982827227126</cx:pt>
          <cx:pt idx="3406">0.50516442624222269</cx:pt>
          <cx:pt idx="3407">0.41261330341576363</cx:pt>
          <cx:pt idx="3408">0.71012789222363593</cx:pt>
          <cx:pt idx="3409">0.13883519177380951</cx:pt>
          <cx:pt idx="3410">0.66780367020896825</cx:pt>
          <cx:pt idx="3411">0.5432054806816089</cx:pt>
          <cx:pt idx="3412">0.64137297070442212</cx:pt>
          <cx:pt idx="3413">0.51431024440954376</cx:pt>
          <cx:pt idx="3414">0.6385627803675985</cx:pt>
          <cx:pt idx="3415">0.57563081937723815</cx:pt>
          <cx:pt idx="3416">0.36447757920612023</cx:pt>
          <cx:pt idx="3417">0.46488083701937455</cx:pt>
          <cx:pt idx="3418">0.36110755592954819</cx:pt>
          <cx:pt idx="3419">0.39780089082414904</cx:pt>
          <cx:pt idx="3420">0.5701898874595579</cx:pt>
          <cx:pt idx="3421">0.43746896666316959</cx:pt>
          <cx:pt idx="3422">0.47736863774289345</cx:pt>
          <cx:pt idx="3423">0.86138560043871248</cx:pt>
          <cx:pt idx="3424">0.34134713016236268</cx:pt>
          <cx:pt idx="3425">0.58812345593209159</cx:pt>
          <cx:pt idx="3426">0.51481345011399049</cx:pt>
          <cx:pt idx="3427">0.53959640083086868</cx:pt>
          <cx:pt idx="3428">0.49364774248283916</cx:pt>
          <cx:pt idx="3429">0.22361115671769224</cx:pt>
          <cx:pt idx="3430">0.16680486444591439</cx:pt>
          <cx:pt idx="3431">0.49307929563914515</cx:pt>
          <cx:pt idx="3432">0.19626098784688858</cx:pt>
          <cx:pt idx="3433">0.63859528134600407</cx:pt>
          <cx:pt idx="3434">0.91224369224591839</cx:pt>
          <cx:pt idx="3435">0.42189235348057358</cx:pt>
          <cx:pt idx="3436">0.46056843168714212</cx:pt>
          <cx:pt idx="3437">0.82907453527596753</cx:pt>
          <cx:pt idx="3438">0.54908913543405924</cx:pt>
          <cx:pt idx="3439">0.1995558756587581</cx:pt>
          <cx:pt idx="3440">0.20354257735442288</cx:pt>
          <cx:pt idx="3441">0.38511999782094081</cx:pt>
          <cx:pt idx="3442">0.45921410980720773</cx:pt>
          <cx:pt idx="3443">0.28497598626522064</cx:pt>
          <cx:pt idx="3444">0.74886796858845617</cx:pt>
          <cx:pt idx="3445">0.48209835240123922</cx:pt>
          <cx:pt idx="3446">0.28560640288842021</cx:pt>
          <cx:pt idx="3447">0.9515930457603643</cx:pt>
          <cx:pt idx="3448">0.59469624416274836</cx:pt>
          <cx:pt idx="3449">0.21545046473484802</cx:pt>
          <cx:pt idx="3450">0.54917994174463314</cx:pt>
          <cx:pt idx="3451">0.22827788857542194</cx:pt>
          <cx:pt idx="3452">0.49580134994350666</cx:pt>
          <cx:pt idx="3453">0.77932477864923688</cx:pt>
          <cx:pt idx="3454">0.59265462896989174</cx:pt>
          <cx:pt idx="3455">0.42579617216236909</cx:pt>
          <cx:pt idx="3456">0.52072381528045597</cx:pt>
          <cx:pt idx="3457">0.32316786926416557</cx:pt>
          <cx:pt idx="3458">0.47289121411885426</cx:pt>
          <cx:pt idx="3459">0.49643433990373037</cx:pt>
          <cx:pt idx="3460">0.51869534209073787</cx:pt>
          <cx:pt idx="3461">0.34877778791614361</cx:pt>
          <cx:pt idx="3462">0.6100467373995051</cx:pt>
          <cx:pt idx="3463">0.70325862039864817</cx:pt>
          <cx:pt idx="3464">0.21777079455491924</cx:pt>
          <cx:pt idx="3465">0.38633730773696601</cx:pt>
          <cx:pt idx="3466">0.68137274002632975</cx:pt>
          <cx:pt idx="3467">0.85023879754447662</cx:pt>
          <cx:pt idx="3468">0.31406279276351567</cx:pt>
          <cx:pt idx="3469">0.29876133472921429</cx:pt>
          <cx:pt idx="3470">0.47347992364491032</cx:pt>
          <cx:pt idx="3471">0.33911176059093551</cx:pt>
          <cx:pt idx="3472">0.57882682054285595</cx:pt>
          <cx:pt idx="3473">0.36236689190074378</cx:pt>
          <cx:pt idx="3474">0.34759122277523707</cx:pt>
          <cx:pt idx="3475">0.39452737551552974</cx:pt>
          <cx:pt idx="3476">0.42512192491658396</cx:pt>
          <cx:pt idx="3477">0.37905011437916397</cx:pt>
          <cx:pt idx="3478">0.33657189418997385</cx:pt>
          <cx:pt idx="3479">0.33925719567684604</cx:pt>
          <cx:pt idx="3480">0.69314328072002152</cx:pt>
          <cx:pt idx="3481">0.75199137933276028</cx:pt>
          <cx:pt idx="3482">0.34981282187912632</cx:pt>
          <cx:pt idx="3483">0.10622052804738877</cx:pt>
          <cx:pt idx="3484">0.29208560828523211</cx:pt>
          <cx:pt idx="3485">0.64976139976003644</cx:pt>
          <cx:pt idx="3486">0.4204976995534378</cx:pt>
          <cx:pt idx="3487">0.64976909509357339</cx:pt>
          <cx:pt idx="3488">0.61560325583914732</cx:pt>
          <cx:pt idx="3489">0.55868817191718545</cx:pt>
          <cx:pt idx="3490">0.33089336851023488</cx:pt>
          <cx:pt idx="3491">0.5464559399832094</cx:pt>
          <cx:pt idx="3492">0.35951165076837577</cx:pt>
          <cx:pt idx="3493">0.18690425238349673</cx:pt>
          <cx:pt idx="3494">0.44265696688828937</cx:pt>
          <cx:pt idx="3495">0.56234970838184306</cx:pt>
          <cx:pt idx="3496">0.546902561117379</cx:pt>
          <cx:pt idx="3497">0.25365604010933995</cx:pt>
          <cx:pt idx="3498">0.62416583773628009</cx:pt>
          <cx:pt idx="3499">0.65656263203636411</cx:pt>
          <cx:pt idx="3500">0.23488746139302363</cx:pt>
          <cx:pt idx="3501">0.59186002896931911</cx:pt>
          <cx:pt idx="3502">0.53122433411565217</cx:pt>
          <cx:pt idx="3503">0.54946546701793819</cx:pt>
          <cx:pt idx="3504">0.77500324445589808</cx:pt>
          <cx:pt idx="3505">0.63810297372274527</cx:pt>
          <cx:pt idx="3506">0.29671196291327101</cx:pt>
          <cx:pt idx="3507">0.49411700907055561</cx:pt>
          <cx:pt idx="3508">0.30333120201242336</cx:pt>
          <cx:pt idx="3509">0.40273922141414537</cx:pt>
          <cx:pt idx="3510">0.13440616745185271</cx:pt>
          <cx:pt idx="3511">0.54811591961366235</cx:pt>
          <cx:pt idx="3512">0.20593304063647022</cx:pt>
          <cx:pt idx="3513">0.61623125106752397</cx:pt>
          <cx:pt idx="3514">0.74933147124914778</cx:pt>
          <cx:pt idx="3515">0.76565234038666963</cx:pt>
          <cx:pt idx="3516">0.36768696780407689</cx:pt>
          <cx:pt idx="3517">0.52294063403055824</cx:pt>
          <cx:pt idx="3518">0.19124906200555888</cx:pt>
          <cx:pt idx="3519">0.27459723420689131</cx:pt>
          <cx:pt idx="3520">0.55378339704823165</cx:pt>
          <cx:pt idx="3521">0.49515923460611144</cx:pt>
          <cx:pt idx="3522">0.23239814801525069</cx:pt>
          <cx:pt idx="3523">0.61009895187874685</cx:pt>
          <cx:pt idx="3524">0.70977681243179747</cx:pt>
          <cx:pt idx="3525">0.82273687467431478</cx:pt>
          <cx:pt idx="3526">0.46103154214532205</cx:pt>
          <cx:pt idx="3527">0.55982838265346124</cx:pt>
          <cx:pt idx="3528">0.49260275750207788</cx:pt>
          <cx:pt idx="3529">0.69916319640387325</cx:pt>
          <cx:pt idx="3530">0.63611907238620757</cx:pt>
          <cx:pt idx="3531">0.66836064543843732</cx:pt>
          <cx:pt idx="3532">0.33741344474785134</cx:pt>
          <cx:pt idx="3533">0.23277687856496188</cx:pt>
          <cx:pt idx="3534">0.48439684450054921</cx:pt>
          <cx:pt idx="3535">0.74743141688441495</cx:pt>
          <cx:pt idx="3536">0.20001557330644112</cx:pt>
          <cx:pt idx="3537">0.37658848565681119</cx:pt>
          <cx:pt idx="3538">0.39427470538623538</cx:pt>
          <cx:pt idx="3539">0.71140376343842038</cx:pt>
          <cx:pt idx="3540">0.54628237567543769</cx:pt>
          <cx:pt idx="3541">0.30076043293259491</cx:pt>
          <cx:pt idx="3542">0.37437150075747944</cx:pt>
          <cx:pt idx="3543">0.60791617524339325</cx:pt>
          <cx:pt idx="3544">0.60246880707146788</cx:pt>
          <cx:pt idx="3545">0.49065190089064864</cx:pt>
          <cx:pt idx="3546">0.47858445646224046</cx:pt>
          <cx:pt idx="3547">0.56865538811981398</cx:pt>
          <cx:pt idx="3548">0.52783940375602334</cx:pt>
          <cx:pt idx="3549">0.2151728001356765</cx:pt>
          <cx:pt idx="3550">0.61504268790124805</cx:pt>
          <cx:pt idx="3551">0.62514115699663808</cx:pt>
          <cx:pt idx="3552">0.59049929999986661</cx:pt>
          <cx:pt idx="3553">0.52755978902335932</cx:pt>
          <cx:pt idx="3554">0.73596359214866947</cx:pt>
          <cx:pt idx="3555">0.24820049045005935</cx:pt>
          <cx:pt idx="3556">0.31325432386683538</cx:pt>
          <cx:pt idx="3557">0.38836691061483325</cx:pt>
          <cx:pt idx="3558">0.49038339132751418</cx:pt>
          <cx:pt idx="3559">0.34267297602943991</cx:pt>
          <cx:pt idx="3560">0.51769271402748074</cx:pt>
          <cx:pt idx="3561">0.47100248918878973</cx:pt>
          <cx:pt idx="3562">0.17954387309702896</cx:pt>
          <cx:pt idx="3563">0.43010911476791247</cx:pt>
          <cx:pt idx="3564">0.33182319345348466</cx:pt>
          <cx:pt idx="3565">0.45435531390403228</cx:pt>
          <cx:pt idx="3566">0.42140218773952787</cx:pt>
          <cx:pt idx="3567">0.42802109317758413</cx:pt>
          <cx:pt idx="3568">0.57276368010856049</cx:pt>
          <cx:pt idx="3569">0.49663313375026674</cx:pt>
          <cx:pt idx="3570">0.43572349546746331</cx:pt>
          <cx:pt idx="3571">0.65201387150334877</cx:pt>
          <cx:pt idx="3572">0.51557107847650396</cx:pt>
          <cx:pt idx="3573">0.18349289308964625</cx:pt>
          <cx:pt idx="3574">0.3334298520242937</cx:pt>
          <cx:pt idx="3575">0.70687404999189796</cx:pt>
          <cx:pt idx="3576">0.44608273004752724</cx:pt>
          <cx:pt idx="3577">0.51614148405327798</cx:pt>
          <cx:pt idx="3578">0.39743252688530656</cx:pt>
          <cx:pt idx="3579">0.68481129586863743</cx:pt>
          <cx:pt idx="3580">0.78329635905189288</cx:pt>
          <cx:pt idx="3581">0.75830138196480934</cx:pt>
          <cx:pt idx="3582">0.45919201841806623</cx:pt>
          <cx:pt idx="3583">0.58899423409458096</cx:pt>
          <cx:pt idx="3584">0.43911119883531385</cx:pt>
          <cx:pt idx="3585">0.54782406024896135</cx:pt>
          <cx:pt idx="3586">0.48693725920406605</cx:pt>
          <cx:pt idx="3587">0.50310157910974274</cx:pt>
          <cx:pt idx="3588">0.45880583050872953</cx:pt>
          <cx:pt idx="3589">0.25960999852886996</cx:pt>
          <cx:pt idx="3590">0.85190644254886227</cx:pt>
          <cx:pt idx="3591">0.21326066822699968</cx:pt>
          <cx:pt idx="3592">0.43312035201730026</cx:pt>
          <cx:pt idx="3593">0.36714363116438409</cx:pt>
          <cx:pt idx="3594">0.4730898029649474</cx:pt>
          <cx:pt idx="3595">0.51769299098712795</cx:pt>
          <cx:pt idx="3596">0.59077207160785927</cx:pt>
          <cx:pt idx="3597">0.376248426840812</cx:pt>
          <cx:pt idx="3598">0.71320031109775917</cx:pt>
          <cx:pt idx="3599">0.17482234703197852</cx:pt>
          <cx:pt idx="3600">0.33250129924401772</cx:pt>
          <cx:pt idx="3601">0.7492818381775519</cx:pt>
          <cx:pt idx="3602">0.21348018215687312</cx:pt>
          <cx:pt idx="3603">0.8564093809528236</cx:pt>
          <cx:pt idx="3604">0.59949753845855003</cx:pt>
          <cx:pt idx="3605">0.50683960935546601</cx:pt>
          <cx:pt idx="3606">0.59396295404059363</cx:pt>
          <cx:pt idx="3607">0.48642270151005002</cx:pt>
          <cx:pt idx="3608">0.52773144933929195</cx:pt>
          <cx:pt idx="3609">0.49375106359655846</cx:pt>
          <cx:pt idx="3610">0.56854577477108459</cx:pt>
          <cx:pt idx="3611">0.58987354552176552</cx:pt>
          <cx:pt idx="3612">0.43266179993186032</cx:pt>
          <cx:pt idx="3613">0.43621605270612435</cx:pt>
          <cx:pt idx="3614">0.48412226659962254</cx:pt>
          <cx:pt idx="3615">0.81878355468171182</cx:pt>
          <cx:pt idx="3616">0.49063428195290859</cx:pt>
          <cx:pt idx="3617">0.40038096512189653</cx:pt>
          <cx:pt idx="3618">0.56240170577437465</cx:pt>
          <cx:pt idx="3619">0.38850968440076544</cx:pt>
          <cx:pt idx="3620">0.48032722081787821</cx:pt>
          <cx:pt idx="3621">0.43819148404241143</cx:pt>
          <cx:pt idx="3622">0.76343395281258108</cx:pt>
          <cx:pt idx="3623">0.48615152028311298</cx:pt>
          <cx:pt idx="3624">0.28781805941516708</cx:pt>
          <cx:pt idx="3625">0.60552421792446509</cx:pt>
          <cx:pt idx="3626">0.73935269088344768</cx:pt>
          <cx:pt idx="3627">0.67732077807511881</cx:pt>
          <cx:pt idx="3628">0.39633026326928256</cx:pt>
          <cx:pt idx="3629">0.86024840248940038</cx:pt>
          <cx:pt idx="3630">0.23556570816350422</cx:pt>
          <cx:pt idx="3631">0.44677822383371135</cx:pt>
          <cx:pt idx="3632">0.53391926912634435</cx:pt>
          <cx:pt idx="3633">0.3203043260309153</cx:pt>
          <cx:pt idx="3634">0.59189395874755635</cx:pt>
          <cx:pt idx="3635">0.15592679507494384</cx:pt>
          <cx:pt idx="3636">0.29082986075179462</cx:pt>
          <cx:pt idx="3637">0.16496627902505709</cx:pt>
          <cx:pt idx="3638">0.58598518167027702</cx:pt>
          <cx:pt idx="3639">0.40424552137375575</cx:pt>
          <cx:pt idx="3640">0.5880390396560734</cx:pt>
          <cx:pt idx="3641">0.41630832423691411</cx:pt>
          <cx:pt idx="3642">0.38317516256720308</cx:pt>
          <cx:pt idx="3643">0.42090020467628014</cx:pt>
          <cx:pt idx="3644">0.32150474684829694</cx:pt>
          <cx:pt idx="3645">0.5711908224357074</cx:pt>
          <cx:pt idx="3646">0.3062779746298574</cx:pt>
          <cx:pt idx="3647">0.7094248917690974</cx:pt>
          <cx:pt idx="3648">0.41303571234935971</cx:pt>
          <cx:pt idx="3649">0.50807665555297521</cx:pt>
          <cx:pt idx="3650">0.22695352804064306</cx:pt>
          <cx:pt idx="3651">0.30973469751686955</cx:pt>
          <cx:pt idx="3652">0.70972771672268431</cx:pt>
          <cx:pt idx="3653">0.37141862018988586</cx:pt>
          <cx:pt idx="3654">0.55345336652622734</cx:pt>
          <cx:pt idx="3655">0.19684607755207534</cx:pt>
          <cx:pt idx="3656">0.5487436771254196</cx:pt>
          <cx:pt idx="3657">0.60298938741098307</cx:pt>
          <cx:pt idx="3658">0.52515340579789349</cx:pt>
          <cx:pt idx="3659">0.25081406399280887</cx:pt>
          <cx:pt idx="3660">0.64631041704234193</cx:pt>
          <cx:pt idx="3661">0.42449764524852435</cx:pt>
          <cx:pt idx="3662">0.53306890989968103</cx:pt>
          <cx:pt idx="3663">0.46509609918748535</cx:pt>
          <cx:pt idx="3664">0.3067224160940531</cx:pt>
          <cx:pt idx="3665">0.21254397342230633</cx:pt>
          <cx:pt idx="3666">0.062983517861991495</cx:pt>
          <cx:pt idx="3667">0.52332551963105434</cx:pt>
          <cx:pt idx="3668">0.77427352428265206</cx:pt>
          <cx:pt idx="3669">0.58863836897111155</cx:pt>
          <cx:pt idx="3670">0.42029090955941617</cx:pt>
          <cx:pt idx="3671">0.56569638988073834</cx:pt>
          <cx:pt idx="3672">0.73494416539324892</cx:pt>
          <cx:pt idx="3673">0.78097462411001461</cx:pt>
          <cx:pt idx="3674">0.71301612379932355</cx:pt>
          <cx:pt idx="3675">0.28409157902032517</cx:pt>
          <cx:pt idx="3676">0.55924810636337396</cx:pt>
          <cx:pt idx="3677">0.58908044435455942</cx:pt>
          <cx:pt idx="3678">0.27813338968876755</cx:pt>
          <cx:pt idx="3679">0.5607758377701384</cx:pt>
          <cx:pt idx="3680">0.74768834125556871</cx:pt>
          <cx:pt idx="3681">0.76704722237708312</cx:pt>
          <cx:pt idx="3682">0.41435239033183296</cx:pt>
          <cx:pt idx="3683">0.25047883803291338</cx:pt>
          <cx:pt idx="3684">0.6296835143796734</cx:pt>
          <cx:pt idx="3685">0.23503797594910444</cx:pt>
          <cx:pt idx="3686">0.41870099597914284</cx:pt>
          <cx:pt idx="3687">0.62678417294850941</cx:pt>
          <cx:pt idx="3688">0.3630698371634305</cx:pt>
          <cx:pt idx="3689">0.37380225340030221</cx:pt>
          <cx:pt idx="3690">0.61146307242987286</cx:pt>
          <cx:pt idx="3691">0.53595489909649785</cx:pt>
          <cx:pt idx="3692">0.28550833551686861</cx:pt>
          <cx:pt idx="3693">0.58769215431237387</cx:pt>
          <cx:pt idx="3694">0.36655137709669883</cx:pt>
          <cx:pt idx="3695">0.62035976122590863</cx:pt>
          <cx:pt idx="3696">0.30775253175802159</cx:pt>
          <cx:pt idx="3697">0.70376190191127874</cx:pt>
          <cx:pt idx="3698">0.37725364052890031</cx:pt>
          <cx:pt idx="3699">0.5689901610527216</cx:pt>
          <cx:pt idx="3700">0.58022729333463996</cx:pt>
          <cx:pt idx="3701">0.43976623040872936</cx:pt>
          <cx:pt idx="3702">0.33687676896131824</cx:pt>
          <cx:pt idx="3703">0.23555159921842289</cx:pt>
          <cx:pt idx="3704">0.2686179187884451</cx:pt>
          <cx:pt idx="3705">0.23472676523665534</cx:pt>
          <cx:pt idx="3706">0.36729999895017396</cx:pt>
          <cx:pt idx="3707">0.57165889765032463</cx:pt>
          <cx:pt idx="3708">0.22707906684661916</cx:pt>
          <cx:pt idx="3709">0.65580498869115889</cx:pt>
          <cx:pt idx="3710">0.41535941774692853</cx:pt>
          <cx:pt idx="3711">0.46751633177603336</cx:pt>
          <cx:pt idx="3712">0.30058514472034553</cx:pt>
          <cx:pt idx="3713">0.4793389023799427</cx:pt>
          <cx:pt idx="3714">0.49421291179051119</cx:pt>
          <cx:pt idx="3715">0.23573743755016757</cx:pt>
          <cx:pt idx="3716">0.74339814119818404</cx:pt>
          <cx:pt idx="3717">0.49804345646991233</cx:pt>
          <cx:pt idx="3718">0.65928478699905524</cx:pt>
          <cx:pt idx="3719">0.56996521059116856</cx:pt>
          <cx:pt idx="3720">0.55150891638162836</cx:pt>
          <cx:pt idx="3721">0.10654212878171622</cx:pt>
          <cx:pt idx="3722">0.78348480130843923</cx:pt>
          <cx:pt idx="3723">0.64554581273067857</cx:pt>
          <cx:pt idx="3724">0.71008562939065334</cx:pt>
          <cx:pt idx="3725">0.48398770390243984</cx:pt>
          <cx:pt idx="3726">0.56850667812017064</cx:pt>
          <cx:pt idx="3727">0.52905877969823778</cx:pt>
          <cx:pt idx="3728">0.51806848457241228</cx:pt>
          <cx:pt idx="3729">0.33518648454240546</cx:pt>
          <cx:pt idx="3730">0.32320041006424605</cx:pt>
          <cx:pt idx="3731">0.30331302556809397</cx:pt>
          <cx:pt idx="3732">0.44133226324033886</cx:pt>
          <cx:pt idx="3733">0.49506935015433962</cx:pt>
          <cx:pt idx="3734">0.34725264682278906</cx:pt>
          <cx:pt idx="3735">0.81896649186071335</cx:pt>
          <cx:pt idx="3736">0.65532670748612476</cx:pt>
          <cx:pt idx="3737">0.71165422295123837</cx:pt>
          <cx:pt idx="3738">0.38660978654889555</cx:pt>
          <cx:pt idx="3739">0.32305151082581024</cx:pt>
          <cx:pt idx="3740">0.67783743351752002</cx:pt>
          <cx:pt idx="3741">0.6098146426030121</cx:pt>
          <cx:pt idx="3742">0.48603828216567252</cx:pt>
          <cx:pt idx="3743">0.23070298560921401</cx:pt>
          <cx:pt idx="3744">0.43092923194662774</cx:pt>
          <cx:pt idx="3745">0.65988268179065235</cx:pt>
          <cx:pt idx="3746">0.22885325467708187</cx:pt>
          <cx:pt idx="3747">0.67897841241481782</cx:pt>
          <cx:pt idx="3748">0.47345717244496782</cx:pt>
          <cx:pt idx="3749">0.42794360399391751</cx:pt>
          <cx:pt idx="3750">0.35015740440756021</cx:pt>
          <cx:pt idx="3751">0.59356097232476257</cx:pt>
          <cx:pt idx="3752">0.66295416320101697</cx:pt>
          <cx:pt idx="3753">0.59624418412492408</cx:pt>
          <cx:pt idx="3754">0.62326127315551749</cx:pt>
          <cx:pt idx="3755">0.16510686415237569</cx:pt>
          <cx:pt idx="3756">0.55237420151735872</cx:pt>
          <cx:pt idx="3757">0.50053384318037153</cx:pt>
          <cx:pt idx="3758">0.45171328363940927</cx:pt>
          <cx:pt idx="3759">0.78480378641838544</cx:pt>
          <cx:pt idx="3760">0.57779524765408263</cx:pt>
          <cx:pt idx="3761">0.38506926903659439</cx:pt>
          <cx:pt idx="3762">0.19381107973721828</cx:pt>
          <cx:pt idx="3763">0.60476213778966936</cx:pt>
          <cx:pt idx="3764">0.65003683048236183</cx:pt>
          <cx:pt idx="3765">0.31443693672865569</cx:pt>
          <cx:pt idx="3766">0.46061245559101271</cx:pt>
          <cx:pt idx="3767">0.3051651090549512</cx:pt>
          <cx:pt idx="3768">0.3107250347136255</cx:pt>
          <cx:pt idx="3769">0.61653503913005026</cx:pt>
          <cx:pt idx="3770">0.69214153931779998</cx:pt>
          <cx:pt idx="3771">0.20122278213651512</cx:pt>
          <cx:pt idx="3772">0.51480645094524324</cx:pt>
          <cx:pt idx="3773">0.64768326426080158</cx:pt>
          <cx:pt idx="3774">0.44403585823690267</cx:pt>
          <cx:pt idx="3775">0.62631465790308716</cx:pt>
          <cx:pt idx="3776">0.35117986742121582</cx:pt>
          <cx:pt idx="3777">0.5669945241527119</cx:pt>
          <cx:pt idx="3778">0.57881298232805245</cx:pt>
          <cx:pt idx="3779">0.23045199123890808</cx:pt>
          <cx:pt idx="3780">0.29897596376661328</cx:pt>
          <cx:pt idx="3781">0.20207494358787631</cx:pt>
          <cx:pt idx="3782">0.595955338951625</cx:pt>
          <cx:pt idx="3783">0.62550744711307305</cx:pt>
          <cx:pt idx="3784">0.53720219090379484</cx:pt>
          <cx:pt idx="3785">0.33486106651282338</cx:pt>
          <cx:pt idx="3786">0.61472448480740183</cx:pt>
          <cx:pt idx="3787">0.25475127324365365</cx:pt>
          <cx:pt idx="3788">0.52681367835707305</cx:pt>
          <cx:pt idx="3789">0.41325643232825071</cx:pt>
          <cx:pt idx="3790">0.58148981969379487</cx:pt>
          <cx:pt idx="3791">0.59257627356247533</cx:pt>
          <cx:pt idx="3792">0.36247859377582731</cx:pt>
          <cx:pt idx="3793">0.1694937541476963</cx:pt>
          <cx:pt idx="3794">0.062730930455571474</cx:pt>
          <cx:pt idx="3795">0.23404567684717467</cx:pt>
          <cx:pt idx="3796">0.47822355379082165</cx:pt>
          <cx:pt idx="3797">0.27095169436729377</cx:pt>
          <cx:pt idx="3798">0.38920125459307325</cx:pt>
          <cx:pt idx="3799">0.87153461352296901</cx:pt>
          <cx:pt idx="3800">0.50734587751924465</cx:pt>
          <cx:pt idx="3801">0.54084872711983323</cx:pt>
          <cx:pt idx="3802">0.29582702629712287</cx:pt>
          <cx:pt idx="3803">0.14138438892509614</cx:pt>
          <cx:pt idx="3804">0.5401202978298445</cx:pt>
          <cx:pt idx="3805">0.65562659770395137</cx:pt>
          <cx:pt idx="3806">0.4193587586860365</cx:pt>
          <cx:pt idx="3807">0.6434488777403633</cx:pt>
          <cx:pt idx="3808">0.475253860671428</cx:pt>
          <cx:pt idx="3809">0.67723741527316372</cx:pt>
          <cx:pt idx="3810">0.58864676248396819</cx:pt>
          <cx:pt idx="3811">0.20265849298434133</cx:pt>
          <cx:pt idx="3812">0.60590706101999414</cx:pt>
          <cx:pt idx="3813">0.60095271411298024</cx:pt>
          <cx:pt idx="3814">0.74547279113886067</cx:pt>
          <cx:pt idx="3815">0.39382926127980944</cx:pt>
          <cx:pt idx="3816">0.54093074986810052</cx:pt>
          <cx:pt idx="3817">0.51232175679058201</cx:pt>
          <cx:pt idx="3818">0.5188376368005958</cx:pt>
          <cx:pt idx="3819">0.2523348428322037</cx:pt>
          <cx:pt idx="3820">0.25528270590888591</cx:pt>
          <cx:pt idx="3821">0.63574530779373128</cx:pt>
          <cx:pt idx="3822">0.77516072164412897</cx:pt>
          <cx:pt idx="3823">0.54037722849545888</cx:pt>
          <cx:pt idx="3824">0.81452530862794192</cx:pt>
          <cx:pt idx="3825">0.15863156030157866</cx:pt>
          <cx:pt idx="3826">0.69629903498432599</cx:pt>
          <cx:pt idx="3827">0.50282458487819048</cx:pt>
          <cx:pt idx="3828">0.535186946164521</cx:pt>
          <cx:pt idx="3829">0.4331480189562949</cx:pt>
          <cx:pt idx="3830">0.60581599918963802</cx:pt>
          <cx:pt idx="3831">0.48773645364667861</cx:pt>
          <cx:pt idx="3832">0.49554526606705068</cx:pt>
          <cx:pt idx="3833">0.60417684387327186</cx:pt>
          <cx:pt idx="3834">0.37623938898801279</cx:pt>
          <cx:pt idx="3835">0.43578117123010957</cx:pt>
          <cx:pt idx="3836">0.3488991847330159</cx:pt>
          <cx:pt idx="3837">0.72137673508703126</cx:pt>
          <cx:pt idx="3838">0.37601592664746225</cx:pt>
          <cx:pt idx="3839">0.5386720110296539</cx:pt>
          <cx:pt idx="3840">0.3941359409856397</cx:pt>
          <cx:pt idx="3841">0.23412696203281397</cx:pt>
          <cx:pt idx="3842">0.35465812572402217</cx:pt>
          <cx:pt idx="3843">0.52751472055345938</cx:pt>
          <cx:pt idx="3844">0.34299075806255325</cx:pt>
          <cx:pt idx="3845">0.68616291634409998</cx:pt>
          <cx:pt idx="3846">0.26195356632994887</cx:pt>
          <cx:pt idx="3847">0.7116242349506684</cx:pt>
          <cx:pt idx="3848">0.50455610861271893</cx:pt>
          <cx:pt idx="3849">0.48597199913936739</cx:pt>
          <cx:pt idx="3850">0.60622973256515411</cx:pt>
          <cx:pt idx="3851">0.40919915476668239</cx:pt>
          <cx:pt idx="3852">0.36358003585242726</cx:pt>
          <cx:pt idx="3853">0.57932454017109258</cx:pt>
          <cx:pt idx="3854">0.20974342543867652</cx:pt>
          <cx:pt idx="3855">0.86731785269984663</cx:pt>
          <cx:pt idx="3856">0.781565951920838</cx:pt>
          <cx:pt idx="3857">0.29955199457361625</cx:pt>
          <cx:pt idx="3858">0.91340759827593621</cx:pt>
          <cx:pt idx="3859">0.20357286604765401</cx:pt>
          <cx:pt idx="3860">0.44052252378876228</cx:pt>
          <cx:pt idx="3861">0.28857876280722339</cx:pt>
          <cx:pt idx="3862">0.27615970596391154</cx:pt>
          <cx:pt idx="3863">0.4250785459109746</cx:pt>
          <cx:pt idx="3864">0.4353642715079184</cx:pt>
          <cx:pt idx="3865">0.78450611314351948</cx:pt>
          <cx:pt idx="3866">0.4398228604379491</cx:pt>
          <cx:pt idx="3867">0.41683210389719089</cx:pt>
          <cx:pt idx="3868">0.23161915378172312</cx:pt>
          <cx:pt idx="3869">0.51820796882556552</cx:pt>
          <cx:pt idx="3870">0.45356438682391992</cx:pt>
          <cx:pt idx="3871">0.53474234746244875</cx:pt>
          <cx:pt idx="3872">0.64039695284583154</cx:pt>
          <cx:pt idx="3873">0.69159584587154066</cx:pt>
          <cx:pt idx="3874">0.40071104092940851</cx:pt>
          <cx:pt idx="3875">0.40377839303603424</cx:pt>
          <cx:pt idx="3876">0.53121475829885245</cx:pt>
          <cx:pt idx="3877">0.48565227144733153</cx:pt>
          <cx:pt idx="3878">0.33041711818059005</cx:pt>
          <cx:pt idx="3879">0.51429201126416335</cx:pt>
          <cx:pt idx="3880">0.57978343804715982</cx:pt>
          <cx:pt idx="3881">0.57461594130068772</cx:pt>
          <cx:pt idx="3882">0.28549463104943423</cx:pt>
          <cx:pt idx="3883">0.5546964910757336</cx:pt>
          <cx:pt idx="3884">0.54886338325042627</cx:pt>
          <cx:pt idx="3885">0.16679511882540876</cx:pt>
          <cx:pt idx="3886">0.2712890785031713</cx:pt>
          <cx:pt idx="3887">0.32489109647188763</cx:pt>
          <cx:pt idx="3888">0.15512235428575258</cx:pt>
          <cx:pt idx="3889">0.51954682627208404</cx:pt>
          <cx:pt idx="3890">0.48679182849332614</cx:pt>
          <cx:pt idx="3891">0.16671665529809948</cx:pt>
          <cx:pt idx="3892">0.7982434445470008</cx:pt>
          <cx:pt idx="3893">0.55422503872537643</cx:pt>
          <cx:pt idx="3894">0.56560144813997526</cx:pt>
          <cx:pt idx="3895">0.31779026723837062</cx:pt>
          <cx:pt idx="3896">0.51979754595880345</cx:pt>
          <cx:pt idx="3897">0.37284191477256057</cx:pt>
          <cx:pt idx="3898">0.26248320582009499</cx:pt>
          <cx:pt idx="3899">0.49211981220697865</cx:pt>
          <cx:pt idx="3900">0.64002396005760909</cx:pt>
          <cx:pt idx="3901">0.68484679394643688</cx:pt>
          <cx:pt idx="3902">0.42521467415373115</cx:pt>
          <cx:pt idx="3903">0.44471517399595134</cx:pt>
          <cx:pt idx="3904">0.78399158523216261</cx:pt>
          <cx:pt idx="3905">0.45225881842931981</cx:pt>
          <cx:pt idx="3906">0.35310071420214612</cx:pt>
          <cx:pt idx="3907">0.30618169289852298</cx:pt>
          <cx:pt idx="3908">0.6303626864525087</cx:pt>
          <cx:pt idx="3909">0.63380518689133947</cx:pt>
          <cx:pt idx="3910">0.15383520308687987</cx:pt>
          <cx:pt idx="3911">0.48789498176644297</cx:pt>
          <cx:pt idx="3912">0.64292888731763664</cx:pt>
          <cx:pt idx="3913">0.47071281311148505</cx:pt>
          <cx:pt idx="3914">0.78100251471766036</cx:pt>
          <cx:pt idx="3915">0.47928999510117926</cx:pt>
          <cx:pt idx="3916">0.7263089594754224</cx:pt>
          <cx:pt idx="3917">0.50604946976974452</cx:pt>
          <cx:pt idx="3918">0.20340481824466466</cx:pt>
          <cx:pt idx="3919">0.10655541053136855</cx:pt>
          <cx:pt idx="3920">0.24474198979277292</cx:pt>
          <cx:pt idx="3921">0.299820916156807</cx:pt>
          <cx:pt idx="3922">0.46964719989457882</cx:pt>
          <cx:pt idx="3923">0.24723242320973104</cx:pt>
          <cx:pt idx="3924">0.78698963615305062</cx:pt>
          <cx:pt idx="3925">0.55226247463310352</cx:pt>
          <cx:pt idx="3926">0.076483988427516039</cx:pt>
          <cx:pt idx="3927">0.28332075051176131</cx:pt>
          <cx:pt idx="3928">0.61999383727873758</cx:pt>
          <cx:pt idx="3929">0.33723879831527437</cx:pt>
          <cx:pt idx="3930">0.56050967267008533</cx:pt>
          <cx:pt idx="3931">0.45256867007006429</cx:pt>
          <cx:pt idx="3932">0.57225675877830484</cx:pt>
          <cx:pt idx="3933">0.4170532742500781</cx:pt>
          <cx:pt idx="3934">0.49682242911139934</cx:pt>
          <cx:pt idx="3935">0.34514054916981163</cx:pt>
          <cx:pt idx="3936">0.73972989257559263</cx:pt>
          <cx:pt idx="3937">0.58067290524076209</cx:pt>
          <cx:pt idx="3938">0.54745109953042004</cx:pt>
          <cx:pt idx="3939">0.57703065132751441</cx:pt>
          <cx:pt idx="3940">0.51587304601466411</cx:pt>
          <cx:pt idx="3941">0.58223244857677026</cx:pt>
          <cx:pt idx="3942">0.36540580169056691</cx:pt>
          <cx:pt idx="3943">0.44338123127224516</cx:pt>
          <cx:pt idx="3944">0.80202341115781095</cx:pt>
          <cx:pt idx="3945">0.78635801540996741</cx:pt>
          <cx:pt idx="3946">0.59793683233269168</cx:pt>
          <cx:pt idx="3947">0.60636647678760947</cx:pt>
          <cx:pt idx="3948">0.40110654146324504</cx:pt>
          <cx:pt idx="3949">0.46566986855323389</cx:pt>
          <cx:pt idx="3950">0.644161489308679</cx:pt>
          <cx:pt idx="3951">0.60001108237601153</cx:pt>
          <cx:pt idx="3952">0.34875926278837283</cx:pt>
          <cx:pt idx="3953">0.26791978158970708</cx:pt>
          <cx:pt idx="3954">0.55493410919091102</cx:pt>
          <cx:pt idx="3955">0.78130787843018279</cx:pt>
          <cx:pt idx="3956">0.56901291761629236</cx:pt>
          <cx:pt idx="3957">0.55756803280809375</cx:pt>
          <cx:pt idx="3958">0.57115398510097226</cx:pt>
          <cx:pt idx="3959">0.51527684976578025</cx:pt>
          <cx:pt idx="3960">0.73356378515968401</cx:pt>
          <cx:pt idx="3961">0.70753555650788358</cx:pt>
          <cx:pt idx="3962">0.57174303030569462</cx:pt>
          <cx:pt idx="3963">0.47397429558256476</cx:pt>
          <cx:pt idx="3964">0.68295135713685373</cx:pt>
          <cx:pt idx="3965">0.62087468011256786</cx:pt>
          <cx:pt idx="3966">0.65958644609304484</cx:pt>
          <cx:pt idx="3967">0.55460931253014634</cx:pt>
          <cx:pt idx="3968">0.63012378530628022</cx:pt>
          <cx:pt idx="3969">0.27482759548592778</cx:pt>
          <cx:pt idx="3970">0.21709229805453528</cx:pt>
          <cx:pt idx="3971">0.5715060342282422</cx:pt>
          <cx:pt idx="3972">0.55491807709125285</cx:pt>
          <cx:pt idx="3973">0.47361428493196811</cx:pt>
          <cx:pt idx="3974">0.7612773835222203</cx:pt>
          <cx:pt idx="3975">0.59431823616265189</cx:pt>
          <cx:pt idx="3976">0.44329588158427219</cx:pt>
          <cx:pt idx="3977">0.69169035510819221</cx:pt>
          <cx:pt idx="3978">0.51639294064634</cx:pt>
          <cx:pt idx="3979">0.73212294911166498</cx:pt>
          <cx:pt idx="3980">0.24402085345463029</cx:pt>
          <cx:pt idx="3981">0.38558522058292843</cx:pt>
          <cx:pt idx="3982">0.61100529931464453</cx:pt>
          <cx:pt idx="3983">0.49449195819748237</cx:pt>
          <cx:pt idx="3984">0.38281906718604369</cx:pt>
          <cx:pt idx="3985">0.65587691871874354</cx:pt>
          <cx:pt idx="3986">0.2667508236994689</cx:pt>
          <cx:pt idx="3987">0.2584786498534512</cx:pt>
          <cx:pt idx="3988">0.85645747917421244</cx:pt>
          <cx:pt idx="3989">0.7840604861692797</cx:pt>
          <cx:pt idx="3990">0.78538634677750141</cx:pt>
          <cx:pt idx="3991">0.38785749852266588</cx:pt>
          <cx:pt idx="3992">0.74042774001523803</cx:pt>
          <cx:pt idx="3993">0.31372983859198567</cx:pt>
          <cx:pt idx="3994">0.55857945581384216</cx:pt>
          <cx:pt idx="3995">0.023200016885078875</cx:pt>
          <cx:pt idx="3996">0.37352314111075469</cx:pt>
          <cx:pt idx="3997">0.020499070583829521</cx:pt>
          <cx:pt idx="3998">0.86113158450870986</cx:pt>
          <cx:pt idx="3999">0.81507498644768606</cx:pt>
          <cx:pt idx="4000">0.5058746034040168</cx:pt>
          <cx:pt idx="4001">0.37517286992736404</cx:pt>
          <cx:pt idx="4002">0.64258365672332518</cx:pt>
          <cx:pt idx="4003">0.39536309701988881</cx:pt>
          <cx:pt idx="4004">0.29320061625161253</cx:pt>
          <cx:pt idx="4005">0.53287739433050552</cx:pt>
          <cx:pt idx="4006">0.54892468510453252</cx:pt>
          <cx:pt idx="4007">0.16746818321296075</cx:pt>
          <cx:pt idx="4008">0.80160757960509943</cx:pt>
          <cx:pt idx="4009">0.54674516424851827</cx:pt>
          <cx:pt idx="4010">0.51841827334876756</cx:pt>
          <cx:pt idx="4011">0.27590179253345126</cx:pt>
          <cx:pt idx="4012">0.46623208666702093</cx:pt>
          <cx:pt idx="4013">0.55182208153799861</cx:pt>
          <cx:pt idx="4014">0.5644923912223484</cx:pt>
          <cx:pt idx="4015">0.68022076600018222</cx:pt>
          <cx:pt idx="4016">0.55700359597884752</cx:pt>
          <cx:pt idx="4017">0.61240706083750041</cx:pt>
          <cx:pt idx="4018">0.52015866144062384</cx:pt>
          <cx:pt idx="4019">0.88242410208772648</cx:pt>
          <cx:pt idx="4020">0.55471636695664495</cx:pt>
          <cx:pt idx="4021">0.25175880289799257</cx:pt>
          <cx:pt idx="4022">0.47415029831383576</cx:pt>
          <cx:pt idx="4023">0.34196895875498368</cx:pt>
          <cx:pt idx="4024">0.45994619309350449</cx:pt>
          <cx:pt idx="4025">0.72717564943313395</cx:pt>
          <cx:pt idx="4026">0.32117361783786591</cx:pt>
          <cx:pt idx="4027">0.40255042906876176</cx:pt>
          <cx:pt idx="4028">0.27619349271903221</cx:pt>
          <cx:pt idx="4029">0.082134125093075758</cx:pt>
          <cx:pt idx="4030">0.5710989021286581</cx:pt>
          <cx:pt idx="4031">0.72074368771423836</cx:pt>
          <cx:pt idx="4032">0.54552764449785218</cx:pt>
          <cx:pt idx="4033">0.19914279836315868</cx:pt>
          <cx:pt idx="4034">0.62781110298908416</cx:pt>
          <cx:pt idx="4035">0.54474583130695187</cx:pt>
          <cx:pt idx="4036">0.2873441444679366</cx:pt>
          <cx:pt idx="4037">0.51366819493074389</cx:pt>
          <cx:pt idx="4038">0.51939346132977993</cx:pt>
          <cx:pt idx="4039">0.15545297927997531</cx:pt>
          <cx:pt idx="4040">0.43794743578794793</cx:pt>
          <cx:pt idx="4041">0.40105879600300548</cx:pt>
          <cx:pt idx="4042">0.57476810592077332</cx:pt>
          <cx:pt idx="4043">0.31281526971337076</cx:pt>
          <cx:pt idx="4044">0.13379603633408169</cx:pt>
          <cx:pt idx="4045">0.81664808373093978</cx:pt>
          <cx:pt idx="4046">0.74391832442726313</cx:pt>
          <cx:pt idx="4047">0.61035687929218296</cx:pt>
          <cx:pt idx="4048">0.43819677023932246</cx:pt>
          <cx:pt idx="4049">0.62117132496454419</cx:pt>
          <cx:pt idx="4050">0.30571138861117164</cx:pt>
          <cx:pt idx="4051">0.58642753905934975</cx:pt>
          <cx:pt idx="4052">0.58839497407634811</cx:pt>
          <cx:pt idx="4053">0.16088921958064314</cx:pt>
          <cx:pt idx="4054">0.58371984134260257</cx:pt>
          <cx:pt idx="4055">0.32802350435986466</cx:pt>
          <cx:pt idx="4056">0.58783263295287502</cx:pt>
          <cx:pt idx="4057">0.6820986428214838</cx:pt>
          <cx:pt idx="4058">0.71468184537975821</cx:pt>
          <cx:pt idx="4059">0.37587765243665505</cx:pt>
          <cx:pt idx="4060">0.76202492975992797</cx:pt>
          <cx:pt idx="4061">0.5752284111326893</cx:pt>
          <cx:pt idx="4062">0.53664725787242673</cx:pt>
          <cx:pt idx="4063">0.4905751532836029</cx:pt>
          <cx:pt idx="4064">0.21433902004391447</cx:pt>
          <cx:pt idx="4065">0.14740365158156377</cx:pt>
          <cx:pt idx="4066">0.71316920147572627</cx:pt>
          <cx:pt idx="4067">0.81857917946387004</cx:pt>
          <cx:pt idx="4068">0.3822295837161559</cx:pt>
          <cx:pt idx="4069">0.23082831427805792</cx:pt>
          <cx:pt idx="4070">0.57555567770448557</cx:pt>
          <cx:pt idx="4071">0.52280209140293232</cx:pt>
          <cx:pt idx="4072">0.6321182467118549</cx:pt>
          <cx:pt idx="4073">0.072749297071004748</cx:pt>
          <cx:pt idx="4074">0.20177995772481702</cx:pt>
          <cx:pt idx="4075">0.66608430857606826</cx:pt>
          <cx:pt idx="4076">0.65022850023893353</cx:pt>
          <cx:pt idx="4077">0.91946105300367253</cx:pt>
          <cx:pt idx="4078">0.33650165299631662</cx:pt>
          <cx:pt idx="4079">0.58816298447160564</cx:pt>
          <cx:pt idx="4080">0.47969025607861276</cx:pt>
          <cx:pt idx="4081">0.5362073008203273</cx:pt>
          <cx:pt idx="4082">0.48434885810012424</cx:pt>
          <cx:pt idx="4083">0.13564321192239906</cx:pt>
          <cx:pt idx="4084">0.62257521031781238</cx:pt>
          <cx:pt idx="4085">0.56896943673117495</cx:pt>
          <cx:pt idx="4086">0.84122539306662347</cx:pt>
          <cx:pt idx="4087">0.34183142971340058</cx:pt>
          <cx:pt idx="4088">0.15844020574487333</cx:pt>
          <cx:pt idx="4089">0.59555101283812362</cx:pt>
          <cx:pt idx="4090">0.18175062708648665</cx:pt>
          <cx:pt idx="4091">0.20446022778059883</cx:pt>
          <cx:pt idx="4092">0.69119174778473746</cx:pt>
          <cx:pt idx="4093">0.29789818021707126</cx:pt>
          <cx:pt idx="4094">0.53301264539282367</cx:pt>
          <cx:pt idx="4095">0.56292745232591368</cx:pt>
          <cx:pt idx="4096">0.59465158602012225</cx:pt>
          <cx:pt idx="4097">0.53741995470105153</cx:pt>
          <cx:pt idx="4098">0.71103666937808807</cx:pt>
          <cx:pt idx="4099">0.5373082019223453</cx:pt>
          <cx:pt idx="4100">0.58847742889188082</cx:pt>
          <cx:pt idx="4101">0.61499664226646233</cx:pt>
          <cx:pt idx="4102">0.60703165605486764</cx:pt>
          <cx:pt idx="4103">0.51801588913461938</cx:pt>
          <cx:pt idx="4104">0.53335250518582389</cx:pt>
          <cx:pt idx="4105">0.48180817596294123</cx:pt>
          <cx:pt idx="4106">0.52269322203533208</cx:pt>
          <cx:pt idx="4107">0.43858765616805956</cx:pt>
          <cx:pt idx="4108">0.49723639672293218</cx:pt>
          <cx:pt idx="4109">0.67657033610235418</cx:pt>
          <cx:pt idx="4110">0.47185613277987964</cx:pt>
          <cx:pt idx="4111">0.66749342832244851</cx:pt>
          <cx:pt idx="4112">0.51954379147578456</cx:pt>
          <cx:pt idx="4113">0.45698344250558909</cx:pt>
          <cx:pt idx="4114">0.33060648019135175</cx:pt>
          <cx:pt idx="4115">0.34376823474261353</cx:pt>
          <cx:pt idx="4116">0.47080978187378758</cx:pt>
          <cx:pt idx="4117">0.49747361403236329</cx:pt>
          <cx:pt idx="4118">0.34315089499820334</cx:pt>
          <cx:pt idx="4119">0.73725240009856829</cx:pt>
          <cx:pt idx="4120">0.42487021464989005</cx:pt>
          <cx:pt idx="4121">0.62627830161135079</cx:pt>
          <cx:pt idx="4122">0.30001805921978608</cx:pt>
          <cx:pt idx="4123">0.37107817141711991</cx:pt>
          <cx:pt idx="4124">0.39886967423451708</cx:pt>
          <cx:pt idx="4125">0.51904156947847946</cx:pt>
          <cx:pt idx="4126">0.20935363760582495</cx:pt>
          <cx:pt idx="4127">0.62052310746985506</cx:pt>
          <cx:pt idx="4128">0.29585655609440309</cx:pt>
          <cx:pt idx="4129">0.53654420230983613</cx:pt>
          <cx:pt idx="4130">0.56375427292681246</cx:pt>
          <cx:pt idx="4131">0.21700437110497411</cx:pt>
          <cx:pt idx="4132">0.57323152099197638</cx:pt>
          <cx:pt idx="4133">0.41642581818430524</cx:pt>
          <cx:pt idx="4134">0.37337740128130725</cx:pt>
          <cx:pt idx="4135">0.59115063172382221</cx:pt>
          <cx:pt idx="4136">0.30954543355150355</cx:pt>
          <cx:pt idx="4137">0.64652245465714142</cx:pt>
          <cx:pt idx="4138">0.32587431130824951</cx:pt>
          <cx:pt idx="4139">0.2816662151865576</cx:pt>
          <cx:pt idx="4140">0.71784318173065775</cx:pt>
          <cx:pt idx="4141">0.35061311170905851</cx:pt>
          <cx:pt idx="4142">0.60787955766810042</cx:pt>
          <cx:pt idx="4143">0.097653522515717697</cx:pt>
          <cx:pt idx="4144">0.36054394168983495</cx:pt>
          <cx:pt idx="4145">0.48088244811305098</cx:pt>
          <cx:pt idx="4146">0.38498798755016139</cx:pt>
          <cx:pt idx="4147">0.46216545440102574</cx:pt>
          <cx:pt idx="4148">0.6072491993475545</cx:pt>
          <cx:pt idx="4149">0.52723427817467106</cx:pt>
          <cx:pt idx="4150">0.3283376976098239</cx:pt>
          <cx:pt idx="4151">0.43041655028006959</cx:pt>
          <cx:pt idx="4152">0.2901015979610248</cx:pt>
          <cx:pt idx="4153">0.47172872181912651</cx:pt>
          <cx:pt idx="4154">0.56783938059195649</cx:pt>
          <cx:pt idx="4155">0.56089609707912957</cx:pt>
          <cx:pt idx="4156">0.22195873706044275</cx:pt>
          <cx:pt idx="4157">0.41059213571426384</cx:pt>
          <cx:pt idx="4158">0.33243060904331545</cx:pt>
          <cx:pt idx="4159">0.4729017413842051</cx:pt>
          <cx:pt idx="4160">0.3476684978432712</cx:pt>
          <cx:pt idx="4161">0.62581819971494912</cx:pt>
          <cx:pt idx="4162">0.26634616728498534</cx:pt>
          <cx:pt idx="4163">0.43732422918181424</cx:pt>
          <cx:pt idx="4164">0.68974470253442632</cx:pt>
          <cx:pt idx="4165">0.46992653938903362</cx:pt>
          <cx:pt idx="4166">0.29576346800644443</cx:pt>
          <cx:pt idx="4167">0.20709888935694337</cx:pt>
          <cx:pt idx="4168">0.41192751540730321</cx:pt>
          <cx:pt idx="4169">0.13603726623407364</cx:pt>
          <cx:pt idx="4170">0.57554447862608726</cx:pt>
          <cx:pt idx="4171">0.58911426962872881</cx:pt>
          <cx:pt idx="4172">0.77533592094778814</cx:pt>
          <cx:pt idx="4173">0.43858789408622229</cx:pt>
          <cx:pt idx="4174">0.70910940026584546</cx:pt>
          <cx:pt idx="4175">0.32635466624678688</cx:pt>
          <cx:pt idx="4176">0.53610512600236204</cx:pt>
          <cx:pt idx="4177">0.56610730514966912</cx:pt>
          <cx:pt idx="4178">0.68554992272672</cx:pt>
          <cx:pt idx="4179">0.39677562121365778</cx:pt>
          <cx:pt idx="4180">0.64587328612773753</cx:pt>
          <cx:pt idx="4181">0.43424592706605669</cx:pt>
          <cx:pt idx="4182">0.70644517965707976</cx:pt>
          <cx:pt idx="4183">0.53196719489977262</cx:pt>
          <cx:pt idx="4184">0.72147152964891448</cx:pt>
          <cx:pt idx="4185">0.91351469125266116</cx:pt>
          <cx:pt idx="4186">0.25242559483122523</cx:pt>
          <cx:pt idx="4187">0.030650251549029076</cx:pt>
          <cx:pt idx="4188">0.34344537098390726</cx:pt>
          <cx:pt idx="4189">0.27281631679381918</cx:pt>
          <cx:pt idx="4190">0.52918881623338376</cx:pt>
          <cx:pt idx="4191">0.7858841543678784</cx:pt>
          <cx:pt idx="4192">0.56181976081082075</cx:pt>
          <cx:pt idx="4193">0.1901750555287407</cx:pt>
          <cx:pt idx="4194">0.31888994723638481</cx:pt>
          <cx:pt idx="4195">0.34590890346988018</cx:pt>
          <cx:pt idx="4196">0.31869783954855985</cx:pt>
          <cx:pt idx="4197">0.42340938160351149</cx:pt>
          <cx:pt idx="4198">0.57099428918157014</cx:pt>
          <cx:pt idx="4199">0.60878980289265372</cx:pt>
          <cx:pt idx="4200">0.81107169832679082</cx:pt>
          <cx:pt idx="4201">0.60631793189229088</cx:pt>
          <cx:pt idx="4202">0.38742594666833075</cx:pt>
          <cx:pt idx="4203">0.54707463356050168</cx:pt>
          <cx:pt idx="4204">0.50053928357194111</cx:pt>
          <cx:pt idx="4205">0.21723737647032848</cx:pt>
          <cx:pt idx="4206">0.50021239256406935</cx:pt>
          <cx:pt idx="4207">0.32299183000626669</cx:pt>
          <cx:pt idx="4208">0.14193083202496218</cx:pt>
          <cx:pt idx="4209">0.56427405165725475</cx:pt>
          <cx:pt idx="4210">0.25097966849490583</cx:pt>
          <cx:pt idx="4211">0.35867246149338572</cx:pt>
          <cx:pt idx="4212">0.77307542382128647</cx:pt>
          <cx:pt idx="4213">0.44336641989950842</cx:pt>
          <cx:pt idx="4214">0.52288391477847018</cx:pt>
          <cx:pt idx="4215">0.36647874910768374</cx:pt>
          <cx:pt idx="4216">0.26108874009376348</cx:pt>
          <cx:pt idx="4217">0.37630564319454091</cx:pt>
          <cx:pt idx="4218">0.26902081091151508</cx:pt>
          <cx:pt idx="4219">0.2348437385564279</cx:pt>
          <cx:pt idx="4220">0.59325195132179143</cx:pt>
          <cx:pt idx="4221">0.81970380997824277</cx:pt>
          <cx:pt idx="4222">0.8136453092450765</cx:pt>
          <cx:pt idx="4223">0.32406043611457586</cx:pt>
          <cx:pt idx="4224">0.45071547405199763</cx:pt>
          <cx:pt idx="4225">0.58299139353600493</cx:pt>
          <cx:pt idx="4226">0.19768516115177751</cx:pt>
          <cx:pt idx="4227">0.13320206506618337</cx:pt>
          <cx:pt idx="4228">0.66082757374828927</cx:pt>
          <cx:pt idx="4229">0.40167839664399585</cx:pt>
          <cx:pt idx="4230">0.41206559724039732</cx:pt>
          <cx:pt idx="4231">0.18633140348148541</cx:pt>
          <cx:pt idx="4232">0.42883106580661207</cx:pt>
          <cx:pt idx="4233">0.62991556415815131</cx:pt>
          <cx:pt idx="4234">0.23973369065756725</cx:pt>
          <cx:pt idx="4235">0.55381203399149914</cx:pt>
          <cx:pt idx="4236">0.47539582228581079</cx:pt>
          <cx:pt idx="4237">0.30788243051078301</cx:pt>
          <cx:pt idx="4238">0.26907537017931321</cx:pt>
          <cx:pt idx="4239">0.15756978295790769</cx:pt>
          <cx:pt idx="4240">0.57243780724811655</cx:pt>
          <cx:pt idx="4241">0.56266028053807304</cx:pt>
          <cx:pt idx="4242">0.58773278063286138</cx:pt>
          <cx:pt idx="4243">0.4611039169868667</cx:pt>
          <cx:pt idx="4244">0.23662496621566081</cx:pt>
          <cx:pt idx="4245">0.55268813388017946</cx:pt>
          <cx:pt idx="4246">0.39687886856647397</cx:pt>
          <cx:pt idx="4247">0.59039721314901739</cx:pt>
          <cx:pt idx="4248">0.8319506172370339</cx:pt>
          <cx:pt idx="4249">0.30769094585889223</cx:pt>
          <cx:pt idx="4250">0.53937027772945023</cx:pt>
          <cx:pt idx="4251">0.47948988743651694</cx:pt>
          <cx:pt idx="4252">0.38257367094211814</cx:pt>
          <cx:pt idx="4253">0.62823840729641234</cx:pt>
          <cx:pt idx="4254">0.40011648543854161</cx:pt>
          <cx:pt idx="4255">0.18174418858236699</cx:pt>
          <cx:pt idx="4256">0.43910774652312712</cx:pt>
          <cx:pt idx="4257">0.26532442800301231</cx:pt>
          <cx:pt idx="4258">0.50169164937432131</cx:pt>
          <cx:pt idx="4259">0.94030270894473433</cx:pt>
          <cx:pt idx="4260">0.48342983107945753</cx:pt>
          <cx:pt idx="4261">0.55065991155929717</cx:pt>
          <cx:pt idx="4262">0.71319962772942258</cx:pt>
          <cx:pt idx="4263">0.20900082552050664</cx:pt>
          <cx:pt idx="4264">0.54848025831205627</cx:pt>
          <cx:pt idx="4265">0.61576356938379606</cx:pt>
          <cx:pt idx="4266">0.32518745300156998</cx:pt>
          <cx:pt idx="4267">0.30923722962306727</cx:pt>
          <cx:pt idx="4268">0.63319857874107222</cx:pt>
          <cx:pt idx="4269">0.77936086448999209</cx:pt>
          <cx:pt idx="4270">0.5000715666510005</cx:pt>
          <cx:pt idx="4271">0.50159135264772481</cx:pt>
          <cx:pt idx="4272">0.17369916636833921</cx:pt>
          <cx:pt idx="4273">0.54941004766033275</cx:pt>
          <cx:pt idx="4274">0.60794360485019194</cx:pt>
          <cx:pt idx="4275">0.31007347970789589</cx:pt>
          <cx:pt idx="4276">0.60643408443910629</cx:pt>
          <cx:pt idx="4277">0.59629547695185303</cx:pt>
          <cx:pt idx="4278">0.099459915890789022</cx:pt>
          <cx:pt idx="4279">0.66203068105304153</cx:pt>
          <cx:pt idx="4280">0.57561068187053266</cx:pt>
          <cx:pt idx="4281">0.44335287852853184</cx:pt>
          <cx:pt idx="4282">0.68213648115320014</cx:pt>
          <cx:pt idx="4283">0.67205196654872923</cx:pt>
          <cx:pt idx="4284">0.0075423758691403955</cx:pt>
          <cx:pt idx="4285">0.59130996427686233</cx:pt>
          <cx:pt idx="4286">0.2604649061709432</cx:pt>
          <cx:pt idx="4287">0.27485700401244223</cx:pt>
          <cx:pt idx="4288">0.47626013686141405</cx:pt>
          <cx:pt idx="4289">0.54801719083092826</cx:pt>
          <cx:pt idx="4290">0.51686107895216848</cx:pt>
          <cx:pt idx="4291">0.57508754050201316</cx:pt>
          <cx:pt idx="4292">0.38925399579020692</cx:pt>
          <cx:pt idx="4293">0.37829264695427245</cx:pt>
          <cx:pt idx="4294">0.2424212783515812</cx:pt>
          <cx:pt idx="4295">0.74950554041653428</cx:pt>
          <cx:pt idx="4296">0.43578390317664828</cx:pt>
          <cx:pt idx="4297">0.51945133417316425</cx:pt>
          <cx:pt idx="4298">0.60818518585214021</cx:pt>
          <cx:pt idx="4299">0.59810780503116956</cx:pt>
          <cx:pt idx="4300">0.74518709909944103</cx:pt>
          <cx:pt idx="4301">0.5100016838613779</cx:pt>
          <cx:pt idx="4302">0.43966413917703462</cx:pt>
          <cx:pt idx="4303">0.20393145383964123</cx:pt>
          <cx:pt idx="4304">0.52089280775513636</cx:pt>
          <cx:pt idx="4305">0.59084926419516837</cx:pt>
          <cx:pt idx="4306">0.7667183651209486</cx:pt>
          <cx:pt idx="4307">0.49492017635545804</cx:pt>
          <cx:pt idx="4308">0.34643596229805812</cx:pt>
          <cx:pt idx="4309">0.59066903825866313</cx:pt>
          <cx:pt idx="4310">0.41110531525240701</cx:pt>
          <cx:pt idx="4311">0.56708618431494573</cx:pt>
          <cx:pt idx="4312">0.46935476993905534</cx:pt>
          <cx:pt idx="4313">0.33728291865738746</cx:pt>
          <cx:pt idx="4314">0.54718714477603481</cx:pt>
          <cx:pt idx="4315">0.70657245939057423</cx:pt>
          <cx:pt idx="4316">0.13587261883365026</cx:pt>
          <cx:pt idx="4317">0.5931316281444684</cx:pt>
          <cx:pt idx="4318">0.33744481939254622</cx:pt>
          <cx:pt idx="4319">0.53161302236813313</cx:pt>
          <cx:pt idx="4320">0.43164832486761567</cx:pt>
          <cx:pt idx="4321">0.52561945760603102</cx:pt>
          <cx:pt idx="4322">0.51313724636815705</cx:pt>
          <cx:pt idx="4323">0.30538556696104224</cx:pt>
          <cx:pt idx="4324">0.57672554274202203</cx:pt>
          <cx:pt idx="4325">0.44593896431805741</cx:pt>
          <cx:pt idx="4326">0.2930886150939368</cx:pt>
          <cx:pt idx="4327">0.42831868711098753</cx:pt>
          <cx:pt idx="4328">0.25749756755760861</cx:pt>
          <cx:pt idx="4329">0.3134930998932744</cx:pt>
          <cx:pt idx="4330">0.26138349897331614</cx:pt>
          <cx:pt idx="4331">0.55563530927930516</cx:pt>
          <cx:pt idx="4332">0.37011362805462095</cx:pt>
          <cx:pt idx="4333">0.40326736662522772</cx:pt>
          <cx:pt idx="4334">0.88886018722695159</cx:pt>
          <cx:pt idx="4335">0.276357684082088</cx:pt>
          <cx:pt idx="4336">0.3839548088849008</cx:pt>
          <cx:pt idx="4337">0.42103549096872783</cx:pt>
          <cx:pt idx="4338">0.27897970261206495</cx:pt>
          <cx:pt idx="4339">0.24692260165826285</cx:pt>
          <cx:pt idx="4340">0.14507240261267146</cx:pt>
          <cx:pt idx="4341">0.82531015331712554</cx:pt>
          <cx:pt idx="4342">0.45308897605995002</cx:pt>
          <cx:pt idx="4343">0.60350608651676907</cx:pt>
          <cx:pt idx="4344">0.80313248629558487</cx:pt>
          <cx:pt idx="4345">0.59118069131032869</cx:pt>
          <cx:pt idx="4346">0.3641098421580416</cx:pt>
          <cx:pt idx="4347">0.38167599336736685</cx:pt>
          <cx:pt idx="4348">0.37954623004412563</cx:pt>
          <cx:pt idx="4349">0.67243781102643618</cx:pt>
          <cx:pt idx="4350">0.48111022531896835</cx:pt>
          <cx:pt idx="4351">0.51868313101297581</cx:pt>
          <cx:pt idx="4352">0.26166746040705824</cx:pt>
          <cx:pt idx="4353">0.65261702504414953</cx:pt>
          <cx:pt idx="4354">0.55042215421148732</cx:pt>
          <cx:pt idx="4355">0.31416098532465586</cx:pt>
          <cx:pt idx="4356">0.44516117185999332</cx:pt>
          <cx:pt idx="4357">0.17195580634872346</cx:pt>
          <cx:pt idx="4358">0.81028363297607342</cx:pt>
          <cx:pt idx="4359">0.4388979636439328</cx:pt>
          <cx:pt idx="4360">0.34803254869161221</cx:pt>
          <cx:pt idx="4361">0.47799112038752145</cx:pt>
          <cx:pt idx="4362">0.32190107667760648</cx:pt>
          <cx:pt idx="4363">0.58461404897635283</cx:pt>
          <cx:pt idx="4364">0.51619931076468084</cx:pt>
          <cx:pt idx="4365">0.54873844246125147</cx:pt>
          <cx:pt idx="4366">0.81574202296165976</cx:pt>
          <cx:pt idx="4367">0.25168011132821116</cx:pt>
          <cx:pt idx="4368">0.40202221816724404</cx:pt>
          <cx:pt idx="4369">0.94488846574413166</cx:pt>
          <cx:pt idx="4370">0.18396902944580734</cx:pt>
          <cx:pt idx="4371">0.54323762826052957</cx:pt>
          <cx:pt idx="4372">0.58279882859559906</cx:pt>
          <cx:pt idx="4373">0.52115828145132814</cx:pt>
          <cx:pt idx="4374">0.69150122094032795</cx:pt>
          <cx:pt idx="4375">0.45579581686834059</cx:pt>
          <cx:pt idx="4376">0.46278933751034412</cx:pt>
          <cx:pt idx="4377">0.16783116355299624</cx:pt>
          <cx:pt idx="4378">0.24932798697247754</cx:pt>
          <cx:pt idx="4379">0.3731494986192026</cx:pt>
          <cx:pt idx="4380">0.42568300032743528</cx:pt>
          <cx:pt idx="4381">0.54539401347929672</cx:pt>
          <cx:pt idx="4382">0.41668209483983099</cx:pt>
          <cx:pt idx="4383">0.41137222639645377</cx:pt>
          <cx:pt idx="4384">0.4612475858490977</cx:pt>
          <cx:pt idx="4385">0.23859229826771908</cx:pt>
          <cx:pt idx="4386">0.4524751202941793</cx:pt>
          <cx:pt idx="4387">0.34146560437770757</cx:pt>
          <cx:pt idx="4388">0.72415347424223342</cx:pt>
          <cx:pt idx="4389">0.28263058077932118</cx:pt>
          <cx:pt idx="4390">0.17146230631478318</cx:pt>
          <cx:pt idx="4391">0.49641810193562724</cx:pt>
          <cx:pt idx="4392">0.41974066674796323</cx:pt>
          <cx:pt idx="4393">0.74799952874701248</cx:pt>
          <cx:pt idx="4394">0.42149874930056519</cx:pt>
          <cx:pt idx="4395">0.57972685160534521</cx:pt>
          <cx:pt idx="4396">0.56757163757940909</cx:pt>
          <cx:pt idx="4397">0.50060121565328897</cx:pt>
          <cx:pt idx="4398">0.53342383848091013</cx:pt>
          <cx:pt idx="4399">0.37959834730128073</cx:pt>
          <cx:pt idx="4400">0.89161147094053517</cx:pt>
          <cx:pt idx="4401">0.76214603730173791</cx:pt>
          <cx:pt idx="4402">0.46960193925939414</cx:pt>
          <cx:pt idx="4403">0.57662719592775646</cx:pt>
          <cx:pt idx="4404">0.31073810873224583</cx:pt>
          <cx:pt idx="4405">0.13415719025746115</cx:pt>
          <cx:pt idx="4406">0.57864112944409007</cx:pt>
          <cx:pt idx="4407">0.17680684757079959</cx:pt>
          <cx:pt idx="4408">0.40728280924145077</cx:pt>
          <cx:pt idx="4409">0.32504615937607356</cx:pt>
          <cx:pt idx="4410">0.51697615611490977</cx:pt>
          <cx:pt idx="4411">0.51135958025519046</cx:pt>
          <cx:pt idx="4412">0.54913888124887544</cx:pt>
          <cx:pt idx="4413">0.38439282598646551</cx:pt>
          <cx:pt idx="4414">0.60619002374887521</cx:pt>
          <cx:pt idx="4415">0.18559501158555161</cx:pt>
          <cx:pt idx="4416">0.29930478201643163</cx:pt>
          <cx:pt idx="4417">0.344426757936173</cx:pt>
          <cx:pt idx="4418">0.77618526661824871</cx:pt>
          <cx:pt idx="4419">0.8173108634870152</cx:pt>
          <cx:pt idx="4420">0.27944154523451614</cx:pt>
          <cx:pt idx="4421">0.45672155428318051</cx:pt>
          <cx:pt idx="4422">0.83225964768406591</cx:pt>
          <cx:pt idx="4423">0.57485900489525676</cx:pt>
          <cx:pt idx="4424">0.3106419144986472</cx:pt>
          <cx:pt idx="4425">0.46316753097092284</cx:pt>
          <cx:pt idx="4426">0.21035213881769205</cx:pt>
          <cx:pt idx="4427">0.57225475560645411</cx:pt>
          <cx:pt idx="4428">0.36678928600923411</cx:pt>
          <cx:pt idx="4429">0.41781852309030265</cx:pt>
          <cx:pt idx="4430">0.59572095045187923</cx:pt>
          <cx:pt idx="4431">0.36390069240658057</cx:pt>
          <cx:pt idx="4432">0.51865516011522017</cx:pt>
          <cx:pt idx="4433">0.57559076432597645</cx:pt>
          <cx:pt idx="4434">0.55593542890886161</cx:pt>
          <cx:pt idx="4435">0.63180799519165665</cx:pt>
          <cx:pt idx="4436">0.53081165782335749</cx:pt>
          <cx:pt idx="4437">0.27293682209489689</cx:pt>
          <cx:pt idx="4438">0.21163106441821838</cx:pt>
          <cx:pt idx="4439">0.51521701888338889</cx:pt>
          <cx:pt idx="4440">0.51272605404381422</cx:pt>
          <cx:pt idx="4441">0.56750261234414834</cx:pt>
          <cx:pt idx="4442">0.60597385612320886</cx:pt>
          <cx:pt idx="4443">0.37236979512192331</cx:pt>
          <cx:pt idx="4444">0.50506479641939106</cx:pt>
          <cx:pt idx="4445">0.25180738201422509</cx:pt>
          <cx:pt idx="4446">0.41159033285130281</cx:pt>
          <cx:pt idx="4447">0.82644149172566539</cx:pt>
          <cx:pt idx="4448">0.45092331415425374</cx:pt>
          <cx:pt idx="4449">0.47398904794112046</cx:pt>
          <cx:pt idx="4450">0.55460757622109924</cx:pt>
          <cx:pt idx="4451">0.37184232662809608</cx:pt>
          <cx:pt idx="4452">0.5577884204500877</cx:pt>
          <cx:pt idx="4453">0.34160969359395527</cx:pt>
          <cx:pt idx="4454">0.21579393118705609</cx:pt>
          <cx:pt idx="4455">0.27498751376049652</cx:pt>
          <cx:pt idx="4456">0.60797839731850256</cx:pt>
          <cx:pt idx="4457">0.77296228104203235</cx:pt>
          <cx:pt idx="4458">0.19107983697112113</cx:pt>
          <cx:pt idx="4459">0.52821211474902097</cx:pt>
          <cx:pt idx="4460">0.48332432329167091</cx:pt>
          <cx:pt idx="4461">0.25494066515458597</cx:pt>
          <cx:pt idx="4462">0.16855280032042699</cx:pt>
          <cx:pt idx="4463">0.16525465060675176</cx:pt>
          <cx:pt idx="4464">0.65189921443977727</cx:pt>
          <cx:pt idx="4465">0.34875613937267191</cx:pt>
          <cx:pt idx="4466">0.57440334329971965</cx:pt>
          <cx:pt idx="4467">0.53459422966625325</cx:pt>
          <cx:pt idx="4468">0.60588515296523116</cx:pt>
          <cx:pt idx="4469">0.53083554848589765</cx:pt>
          <cx:pt idx="4470">0.37691753745511847</cx:pt>
          <cx:pt idx="4471">0.57523955364140222</cx:pt>
          <cx:pt idx="4472">0.48024600125960648</cx:pt>
          <cx:pt idx="4473">0.38944077343626088</cx:pt>
          <cx:pt idx="4474">0.61163288389632886</cx:pt>
          <cx:pt idx="4475">0.2742644105633445</cx:pt>
          <cx:pt idx="4476">0.56881079297994663</cx:pt>
          <cx:pt idx="4477">0.31647785890158775</cx:pt>
          <cx:pt idx="4478">0.52883373889393936</cx:pt>
          <cx:pt idx="4479">0.36749663975161323</cx:pt>
          <cx:pt idx="4480">0.80727880957330711</cx:pt>
          <cx:pt idx="4481">0.59064623774037694</cx:pt>
          <cx:pt idx="4482">0.5171535984781559</cx:pt>
          <cx:pt idx="4483">0.47191819985496197</cx:pt>
          <cx:pt idx="4484">0.44325901114175426</cx:pt>
          <cx:pt idx="4485">0.092749521174599572</cx:pt>
          <cx:pt idx="4486">0.63309728833793033</cx:pt>
          <cx:pt idx="4487">0.55501182523612014</cx:pt>
          <cx:pt idx="4488">0.40046062574778812</cx:pt>
          <cx:pt idx="4489">0.21145982290678206</cx:pt>
          <cx:pt idx="4490">0.5911771957731603</cx:pt>
          <cx:pt idx="4491">0.55300303522925409</cx:pt>
          <cx:pt idx="4492">0.49256437069837444</cx:pt>
          <cx:pt idx="4493">0.67915933743056667</cx:pt>
          <cx:pt idx="4494">0.78343806734570109</cx:pt>
          <cx:pt idx="4495">0.27013803576725681</cx:pt>
          <cx:pt idx="4496">0.53979115809739209</cx:pt>
          <cx:pt idx="4497">0.44937602638182939</cx:pt>
          <cx:pt idx="4498">0.027629182250898998</cx:pt>
          <cx:pt idx="4499">0.46030848934172192</cx:pt>
          <cx:pt idx="4500">0.38538261847882382</cx:pt>
          <cx:pt idx="4501">0.36746469766096701</cx:pt>
          <cx:pt idx="4502">0.62980043097780747</cx:pt>
          <cx:pt idx="4503">0.31826654630413226</cx:pt>
          <cx:pt idx="4504">0.48045460610830792</cx:pt>
          <cx:pt idx="4505">0.4783328009559793</cx:pt>
          <cx:pt idx="4506">0.64403047731020202</cx:pt>
          <cx:pt idx="4507">0.53433273263200065</cx:pt>
          <cx:pt idx="4508">0.55419119958689389</cx:pt>
          <cx:pt idx="4509">0.27138926650679601</cx:pt>
          <cx:pt idx="4510">0.33204960720623528</cx:pt>
          <cx:pt idx="4511">0.53339824888036991</cx:pt>
          <cx:pt idx="4512">0.37618663251143875</cx:pt>
          <cx:pt idx="4513">0.54952997400992754</cx:pt>
          <cx:pt idx="4514">0.45107426635127129</cx:pt>
          <cx:pt idx="4515">0.73181091646088292</cx:pt>
          <cx:pt idx="4516">0.49184975804918868</cx:pt>
          <cx:pt idx="4517">0.39387020343532791</cx:pt>
          <cx:pt idx="4518">0.7134692726101951</cx:pt>
          <cx:pt idx="4519">0.60952212781905202</cx:pt>
          <cx:pt idx="4520">0.55124277461005133</cx:pt>
          <cx:pt idx="4521">0.55621595158005432</cx:pt>
          <cx:pt idx="4522">0.4598225984081955</cx:pt>
          <cx:pt idx="4523">0.56557543497426777</cx:pt>
          <cx:pt idx="4524">0.45035466325757595</cx:pt>
          <cx:pt idx="4525">0.47637226673008759</cx:pt>
          <cx:pt idx="4526">0.19271056556868357</cx:pt>
          <cx:pt idx="4527">0.35389894949491257</cx:pt>
          <cx:pt idx="4528">0.74405887128376769</cx:pt>
          <cx:pt idx="4529">0.42138949996928865</cx:pt>
          <cx:pt idx="4530">0.74007794145320183</cx:pt>
          <cx:pt idx="4531">0.52344082786981638</cx:pt>
          <cx:pt idx="4532">0.50556557301321414</cx:pt>
          <cx:pt idx="4533">0.31271137964943285</cx:pt>
          <cx:pt idx="4534">0.26458553813618368</cx:pt>
          <cx:pt idx="4535">0.86878861260617579</cx:pt>
          <cx:pt idx="4536">0.66146463709967529</cx:pt>
          <cx:pt idx="4537">0.57671140126812759</cx:pt>
          <cx:pt idx="4538">0.56076230864575227</cx:pt>
          <cx:pt idx="4539">0.48605465880697046</cx:pt>
          <cx:pt idx="4540">0.29384407775502785</cx:pt>
          <cx:pt idx="4541">0.83730093385296156</cx:pt>
          <cx:pt idx="4542">0.56741730894508835</cx:pt>
          <cx:pt idx="4543">0.55831860369006725</cx:pt>
          <cx:pt idx="4544">0.54082023970208948</cx:pt>
          <cx:pt idx="4545">0.28549550969131954</cx:pt>
          <cx:pt idx="4546">0.49506350978600666</cx:pt>
          <cx:pt idx="4547">0.39635243196334496</cx:pt>
          <cx:pt idx="4548">0.56022249342239427</cx:pt>
          <cx:pt idx="4549">0.65734305643283319</cx:pt>
          <cx:pt idx="4550">0.56247799896255246</cx:pt>
          <cx:pt idx="4551">0.5198919052856269</cx:pt>
          <cx:pt idx="4552">0.57942109579540357</cx:pt>
          <cx:pt idx="4553">0.55688428497578912</cx:pt>
          <cx:pt idx="4554">0.49011490972401078</cx:pt>
          <cx:pt idx="4555">0.59882437082943041</cx:pt>
          <cx:pt idx="4556">0.70669414350041937</cx:pt>
          <cx:pt idx="4557">0.49633959670864436</cx:pt>
          <cx:pt idx="4558">0.28877527459784452</cx:pt>
          <cx:pt idx="4559">0.86280832826032916</cx:pt>
          <cx:pt idx="4560">0.56611290955107052</cx:pt>
          <cx:pt idx="4561">0.2909401526273222</cx:pt>
          <cx:pt idx="4562">0.65493112069422477</cx:pt>
          <cx:pt idx="4563">0.26587187994693301</cx:pt>
          <cx:pt idx="4564">0.54951708247245645</cx:pt>
          <cx:pt idx="4565">0.81237079888963193</cx:pt>
          <cx:pt idx="4566">0.63382896653564313</cx:pt>
          <cx:pt idx="4567">0.66971910421458425</cx:pt>
          <cx:pt idx="4568">0.43968775709447061</cx:pt>
          <cx:pt idx="4569">0.88893280686276988</cx:pt>
          <cx:pt idx="4570">0.71281091391597062</cx:pt>
          <cx:pt idx="4571">0.50919634067229091</cx:pt>
          <cx:pt idx="4572">0.60051738578342317</cx:pt>
          <cx:pt idx="4573">0.38661922683049538</cx:pt>
          <cx:pt idx="4574">0.31699282648627092</cx:pt>
          <cx:pt idx="4575">0.52465451530807794</cx:pt>
          <cx:pt idx="4576">0.55124658053827447</cx:pt>
          <cx:pt idx="4577">0.032100834865793897</cx:pt>
          <cx:pt idx="4578">0.23911301603166221</cx:pt>
          <cx:pt idx="4579">0.28329034697985883</cx:pt>
          <cx:pt idx="4580">0.10409249143030144</cx:pt>
          <cx:pt idx="4581">0.32124797696480489</cx:pt>
          <cx:pt idx="4582">0.49889485677020712</cx:pt>
          <cx:pt idx="4583">0.76818179561334043</cx:pt>
          <cx:pt idx="4584">0.50367499597525256</cx:pt>
          <cx:pt idx="4585">0.57516042322999095</cx:pt>
          <cx:pt idx="4586">0.25259405433072973</cx:pt>
          <cx:pt idx="4587">0.44253006436346259</cx:pt>
          <cx:pt idx="4588">0.29844018168956959</cx:pt>
          <cx:pt idx="4589">0.4256252241943535</cx:pt>
          <cx:pt idx="4590">0.60819419163215138</cx:pt>
          <cx:pt idx="4591">0.48401109163395417</cx:pt>
          <cx:pt idx="4592">0.32114905674003347</cx:pt>
          <cx:pt idx="4593">0.26380531997010748</cx:pt>
          <cx:pt idx="4594">0.49639313824913572</cx:pt>
          <cx:pt idx="4595">0.59027780585994094</cx:pt>
          <cx:pt idx="4596">0.50996429144669375</cx:pt>
          <cx:pt idx="4597">0.36277218302112807</cx:pt>
          <cx:pt idx="4598">0.61097948619956799</cx:pt>
          <cx:pt idx="4599">0.4474557048062649</cx:pt>
          <cx:pt idx="4600">0.18679318292256061</cx:pt>
          <cx:pt idx="4601">0.33651982377247708</cx:pt>
          <cx:pt idx="4602">0.50959981719388669</cx:pt>
          <cx:pt idx="4603">0.23852309639924912</cx:pt>
          <cx:pt idx="4604">0.5252907323937458</cx:pt>
          <cx:pt idx="4605">0.54355712844273762</cx:pt>
          <cx:pt idx="4606">0.32623679056800564</cx:pt>
          <cx:pt idx="4607">0.31795371161129443</cx:pt>
          <cx:pt idx="4608">0.52015564005539439</cx:pt>
          <cx:pt idx="4609">0.55434672551404574</cx:pt>
          <cx:pt idx="4610">0.53279266865627495</cx:pt>
          <cx:pt idx="4611">0.6968027520929555</cx:pt>
          <cx:pt idx="4612">0.56273146191720902</cx:pt>
          <cx:pt idx="4613">0.44717442439660487</cx:pt>
          <cx:pt idx="4614">0.36232879464003437</cx:pt>
          <cx:pt idx="4615">0.56785333705397212</cx:pt>
          <cx:pt idx="4616">0.44049435961783023</cx:pt>
          <cx:pt idx="4617">0.20989426669900163</cx:pt>
          <cx:pt idx="4618">0.47057518409367644</cx:pt>
          <cx:pt idx="4619">0.62029255727247512</cx:pt>
          <cx:pt idx="4620">0.52672983640024118</cx:pt>
          <cx:pt idx="4621">0.59328720350241504</cx:pt>
          <cx:pt idx="4622">0.60602941061508431</cx:pt>
          <cx:pt idx="4623">0.17377573080215872</cx:pt>
          <cx:pt idx="4624">0.50778143147418542</cx:pt>
          <cx:pt idx="4625">0.41635680481352461</cx:pt>
          <cx:pt idx="4626">0.56838670635642818</cx:pt>
          <cx:pt idx="4627">0.57001001106262084</cx:pt>
          <cx:pt idx="4628">0.49535951871773476</cx:pt>
          <cx:pt idx="4629">0.338800337268023</cx:pt>
          <cx:pt idx="4630">0.40334098004087704</cx:pt>
          <cx:pt idx="4631">0.30763542263138083</cx:pt>
          <cx:pt idx="4632">0.36798265966556654</cx:pt>
          <cx:pt idx="4633">0.56522866918488135</cx:pt>
          <cx:pt idx="4634">0.38046185185730935</cx:pt>
          <cx:pt idx="4635">0.74901437903911727</cx:pt>
          <cx:pt idx="4636">0.58032754740441472</cx:pt>
          <cx:pt idx="4637">0.3635809939796143</cx:pt>
          <cx:pt idx="4638">0.098597057966085921</cx:pt>
          <cx:pt idx="4639">0.41989140646568079</cx:pt>
          <cx:pt idx="4640">0.37938696956088636</cx:pt>
          <cx:pt idx="4641">0.49144897073055449</cx:pt>
          <cx:pt idx="4642">0.60904868125952538</cx:pt>
          <cx:pt idx="4643">0.23965923244003082</cx:pt>
          <cx:pt idx="4644">0.2051885066379241</cx:pt>
          <cx:pt idx="4645">0.56922635474756555</cx:pt>
          <cx:pt idx="4646">0.68204284018931605</cx:pt>
          <cx:pt idx="4647">0.28944205627953373</cx:pt>
          <cx:pt idx="4648">0.6538308698895513</cx:pt>
          <cx:pt idx="4649">0.43979349232495885</cx:pt>
          <cx:pt idx="4650">0.22440008067178882</cx:pt>
          <cx:pt idx="4651">0.60653694188774887</cx:pt>
          <cx:pt idx="4652">0.49686157210913151</cx:pt>
          <cx:pt idx="4653">0.61650776845087962</cx:pt>
          <cx:pt idx="4654">0.5005446084250339</cx:pt>
          <cx:pt idx="4655">0.595622344317977</cx:pt>
          <cx:pt idx="4656">0.26629000156103144</cx:pt>
          <cx:pt idx="4657">0.56769052504787199</cx:pt>
          <cx:pt idx="4658">0.68618330536396455</cx:pt>
          <cx:pt idx="4659">0.54771318306413352</cx:pt>
          <cx:pt idx="4660">0.25646153619709811</cx:pt>
          <cx:pt idx="4661">0.44755573439748692</cx:pt>
          <cx:pt idx="4662">0.34009978146345926</cx:pt>
          <cx:pt idx="4663">0.20703894783498167</cx:pt>
          <cx:pt idx="4664">0.36935991152032821</cx:pt>
          <cx:pt idx="4665">0.64928593498543763</cx:pt>
          <cx:pt idx="4666">0.69853314139343303</cx:pt>
          <cx:pt idx="4667">0.33478906368527361</cx:pt>
          <cx:pt idx="4668">0.53123395478439273</cx:pt>
          <cx:pt idx="4669">0.25933215046397579</cx:pt>
          <cx:pt idx="4670">0.62915958545054373</cx:pt>
          <cx:pt idx="4671">0.31821135351828306</cx:pt>
          <cx:pt idx="4672">0.57211248253053781</cx:pt>
          <cx:pt idx="4673">0.87046686849738519</cx:pt>
          <cx:pt idx="4674">0.47596774100801348</cx:pt>
          <cx:pt idx="4675">0.20869108450340126</cx:pt>
          <cx:pt idx="4676">0.38070635999092034</cx:pt>
          <cx:pt idx="4677">0.49695844702994685</cx:pt>
          <cx:pt idx="4678">0.5635759135605134</cx:pt>
          <cx:pt idx="4679">0.56724163146448892</cx:pt>
          <cx:pt idx="4680">0.17223349116066203</cx:pt>
          <cx:pt idx="4681">0.62037634377667727</cx:pt>
          <cx:pt idx="4682">0.69580129434580618</cx:pt>
          <cx:pt idx="4683">0.56696503914277885</cx:pt>
          <cx:pt idx="4684">0.63072294486922864</cx:pt>
          <cx:pt idx="4685">0.59395765171609294</cx:pt>
          <cx:pt idx="4686">0.5186276058623952</cx:pt>
          <cx:pt idx="4687">0.45299192633702978</cx:pt>
          <cx:pt idx="4688">0.3228530677912369</cx:pt>
          <cx:pt idx="4689">0.55221253077976196</cx:pt>
          <cx:pt idx="4690">0.5795469680257932</cx:pt>
          <cx:pt idx="4691">0.46500274830973487</cx:pt>
          <cx:pt idx="4692">0.37530835872405649</cx:pt>
          <cx:pt idx="4693">0.37368052622965064</cx:pt>
          <cx:pt idx="4694">0.57623728554897402</cx:pt>
          <cx:pt idx="4695">0.17837337415981316</cx:pt>
          <cx:pt idx="4696">0.10381218412121597</cx:pt>
          <cx:pt idx="4697">0.44502687167648575</cx:pt>
          <cx:pt idx="4698">0.27084447787931432</cx:pt>
          <cx:pt idx="4699">0.44292628444028931</cx:pt>
          <cx:pt idx="4700">0.55565235710518623</cx:pt>
          <cx:pt idx="4701">0.17111864945708299</cx:pt>
          <cx:pt idx="4702">0.62427582972184537</cx:pt>
          <cx:pt idx="4703">0.85481014782683162</cx:pt>
          <cx:pt idx="4704">0.23069346707835789</cx:pt>
          <cx:pt idx="4705">0.76400603191780225</cx:pt>
          <cx:pt idx="4706">0.52810845235471893</cx:pt>
          <cx:pt idx="4707">0.56127637879568681</cx:pt>
          <cx:pt idx="4708">0.53646414226023653</cx:pt>
          <cx:pt idx="4709">0.55627594741006925</cx:pt>
          <cx:pt idx="4710">0.72181937521844486</cx:pt>
          <cx:pt idx="4711">0.46082243871142042</cx:pt>
          <cx:pt idx="4712">0.58200460730885284</cx:pt>
          <cx:pt idx="4713">0.46031471150901448</cx:pt>
          <cx:pt idx="4714">0.32339687976744041</cx:pt>
          <cx:pt idx="4715">0.92504181406636887</cx:pt>
          <cx:pt idx="4716">0.8977247416254307</cx:pt>
          <cx:pt idx="4717">0.0658638319908499</cx:pt>
          <cx:pt idx="4718">0.17624708669365244</cx:pt>
          <cx:pt idx="4719">0.56977355538821706</cx:pt>
          <cx:pt idx="4720">0.31096972234312903</cx:pt>
          <cx:pt idx="4721">0.54684154396375273</cx:pt>
          <cx:pt idx="4722">0.41627602744607267</cx:pt>
          <cx:pt idx="4723">0.57774436054574185</cx:pt>
          <cx:pt idx="4724">0.42288160527140373</cx:pt>
          <cx:pt idx="4725">0.09126034505583</cx:pt>
          <cx:pt idx="4726">0.46135276329055341</cx:pt>
          <cx:pt idx="4727">0.83760879472324112</cx:pt>
          <cx:pt idx="4728">0.47379686575502578</cx:pt>
          <cx:pt idx="4729">0.35290887923120851</cx:pt>
          <cx:pt idx="4730">0.44808952453922279</cx:pt>
          <cx:pt idx="4731">0.80534698123575377</cx:pt>
          <cx:pt idx="4732">0.18749986008693315</cx:pt>
          <cx:pt idx="4733">0.34632670175107355</cx:pt>
          <cx:pt idx="4734">0.48706640797100481</cx:pt>
          <cx:pt idx="4735">0.80191972289898639</cx:pt>
          <cx:pt idx="4736">0.43328490544058867</cx:pt>
          <cx:pt idx="4737">0.60219930791501453</cx:pt>
          <cx:pt idx="4738">0.46810185424939788</cx:pt>
          <cx:pt idx="4739">0.43689912192738489</cx:pt>
          <cx:pt idx="4740">0.26065025026000543</cx:pt>
          <cx:pt idx="4741">0.53043648095212859</cx:pt>
          <cx:pt idx="4742">0.5202205861692909</cx:pt>
          <cx:pt idx="4743">0.36786209693382477</cx:pt>
          <cx:pt idx="4744">0.70544481431023753</cx:pt>
          <cx:pt idx="4745">0.54069444330007554</cx:pt>
          <cx:pt idx="4746">0.28737450202141329</cx:pt>
          <cx:pt idx="4747">0.48935670934454956</cx:pt>
          <cx:pt idx="4748">0.42789766145972208</cx:pt>
          <cx:pt idx="4749">0.77151763695052122</cx:pt>
          <cx:pt idx="4750">0.3725415718858136</cx:pt>
          <cx:pt idx="4751">0.78165328067331041</cx:pt>
          <cx:pt idx="4752">0.14873782175400524</cx:pt>
          <cx:pt idx="4753">0.46059030146248531</cx:pt>
          <cx:pt idx="4754">0.20392007635464221</cx:pt>
          <cx:pt idx="4755">0.49565970186716113</cx:pt>
          <cx:pt idx="4756">0.067623047428721883</cx:pt>
          <cx:pt idx="4757">0.81663464710410461</cx:pt>
          <cx:pt idx="4758">0.25064331421424346</cx:pt>
          <cx:pt idx="4759">0.38448291716398192</cx:pt>
          <cx:pt idx="4760">0.71005354327075587</cx:pt>
          <cx:pt idx="4761">0.65213473979280967</cx:pt>
          <cx:pt idx="4762">0.40308207853241146</cx:pt>
          <cx:pt idx="4763">0.53585211723578285</cx:pt>
          <cx:pt idx="4764">0.62094903370529331</cx:pt>
          <cx:pt idx="4765">0.5164171224603441</cx:pt>
          <cx:pt idx="4766">0.54870187268187542</cx:pt>
          <cx:pt idx="4767">0.34451852143250855</cx:pt>
          <cx:pt idx="4768">0.60599368178820101</cx:pt>
          <cx:pt idx="4769">0.47279218108543369</cx:pt>
          <cx:pt idx="4770">0.34700684591307762</cx:pt>
          <cx:pt idx="4771">0.34596713990343497</cx:pt>
          <cx:pt idx="4772">0.6446352422849605</cx:pt>
          <cx:pt idx="4773">0.47386740859195942</cx:pt>
          <cx:pt idx="4774">0.30493566002932126</cx:pt>
          <cx:pt idx="4775">0.45994076080145457</cx:pt>
          <cx:pt idx="4776">0.33295610732870401</cx:pt>
          <cx:pt idx="4777">0.39686730861019043</cx:pt>
          <cx:pt idx="4778">0.71442245568239049</cx:pt>
          <cx:pt idx="4779">0.63808194432830079</cx:pt>
          <cx:pt idx="4780">0.57185306004427272</cx:pt>
          <cx:pt idx="4781">0.24407845869616576</cx:pt>
          <cx:pt idx="4782">0.76345749070593893</cx:pt>
          <cx:pt idx="4783">0.25747997302603942</cx:pt>
          <cx:pt idx="4784">0.57148230512616072</cx:pt>
          <cx:pt idx="4785">0.73946485888526781</cx:pt>
          <cx:pt idx="4786">0.55062402065587523</cx:pt>
          <cx:pt idx="4787">0.55709997612013984</cx:pt>
          <cx:pt idx="4788">0.49980385409454808</cx:pt>
          <cx:pt idx="4789">0.62972865411963297</cx:pt>
          <cx:pt idx="4790">0.29870698975860255</cx:pt>
          <cx:pt idx="4791">0.62647529086539411</cx:pt>
          <cx:pt idx="4792">0.55283883993923211</cx:pt>
          <cx:pt idx="4793">0.5905793241716828</cx:pt>
          <cx:pt idx="4794">0.77349969792919071</cx:pt>
          <cx:pt idx="4795">0.49897769144035514</cx:pt>
          <cx:pt idx="4796">0.8396076242553302</cx:pt>
          <cx:pt idx="4797">0.26082966326744306</cx:pt>
          <cx:pt idx="4798">0.28315869581089737</cx:pt>
          <cx:pt idx="4799">0.14274985241688909</cx:pt>
          <cx:pt idx="4800">0.26624915502693874</cx:pt>
          <cx:pt idx="4801">0.29568771018899981</cx:pt>
          <cx:pt idx="4802">0.19788527697981109</cx:pt>
          <cx:pt idx="4803">0.61328807596893542</cx:pt>
          <cx:pt idx="4804">0.5539738395207876</cx:pt>
          <cx:pt idx="4805">0.57061427639729956</cx:pt>
          <cx:pt idx="4806">0.66890112921834466</cx:pt>
          <cx:pt idx="4807">0.67140740920522535</cx:pt>
          <cx:pt idx="4808">0.53500387974722263</cx:pt>
          <cx:pt idx="4809">0.41249185965577168</cx:pt>
          <cx:pt idx="4810">0.48777705385685294</cx:pt>
          <cx:pt idx="4811">0.23825853109625755</cx:pt>
          <cx:pt idx="4812">0.58992773584759006</cx:pt>
          <cx:pt idx="4813">0.47760975158526009</cx:pt>
          <cx:pt idx="4814">0.59752199493506009</cx:pt>
          <cx:pt idx="4815">0.2674755795048423</cx:pt>
          <cx:pt idx="4816">0.5399469855425012</cx:pt>
          <cx:pt idx="4817">0.44277054481040173</cx:pt>
          <cx:pt idx="4818">0.48360515380372721</cx:pt>
          <cx:pt idx="4819">0.52232076330101473</cx:pt>
          <cx:pt idx="4820">0.55010487963602772</cx:pt>
          <cx:pt idx="4821">0.29301555066497353</cx:pt>
          <cx:pt idx="4822">0.32888005668602105</cx:pt>
          <cx:pt idx="4823">0.60383511176026161</cx:pt>
          <cx:pt idx="4824">0.70848080985001682</cx:pt>
          <cx:pt idx="4825">0.6670957125021727</cx:pt>
          <cx:pt idx="4826">0.65254680277807453</cx:pt>
          <cx:pt idx="4827">0.36391093841480604</cx:pt>
          <cx:pt idx="4828">0.69180041697713046</cx:pt>
          <cx:pt idx="4829">0.517514475211585</cx:pt>
          <cx:pt idx="4830">0.43948024716034145</cx:pt>
          <cx:pt idx="4831">0.70023998101143592</cx:pt>
          <cx:pt idx="4832">0.30157951746545103</cx:pt>
          <cx:pt idx="4833">0.58227113543676157</cx:pt>
          <cx:pt idx="4834">0.49495935340413061</cx:pt>
          <cx:pt idx="4835">0.47920508793906996</cx:pt>
          <cx:pt idx="4836">0.55765830402223915</cx:pt>
          <cx:pt idx="4837">0.69425298852718842</cx:pt>
          <cx:pt idx="4838">0.60609154812337895</cx:pt>
          <cx:pt idx="4839">0.53617227568062864</cx:pt>
          <cx:pt idx="4840">0.78330727053646287</cx:pt>
          <cx:pt idx="4841">0.14335180478161832</cx:pt>
          <cx:pt idx="4842">0.37863087119105915</cx:pt>
          <cx:pt idx="4843">0.55082909328951446</cx:pt>
          <cx:pt idx="4844">0.55346920465103477</cx:pt>
          <cx:pt idx="4845">0.33524354518526589</cx:pt>
          <cx:pt idx="4846">0.51386953609130548</cx:pt>
          <cx:pt idx="4847">0.42689683646640902</cx:pt>
          <cx:pt idx="4848">0.35191109959020556</cx:pt>
          <cx:pt idx="4849">0.4851170373413064</cx:pt>
          <cx:pt idx="4850">0.49297251943112486</cx:pt>
          <cx:pt idx="4851">0.64715565638242201</cx:pt>
          <cx:pt idx="4852">0.90905744046058556</cx:pt>
          <cx:pt idx="4853">0.40132378126967327</cx:pt>
          <cx:pt idx="4854">0.30313288138113231</cx:pt>
          <cx:pt idx="4855">0.55587864846862289</cx:pt>
          <cx:pt idx="4856">0.26440866867787882</cx:pt>
          <cx:pt idx="4857">0.39880913450286359</cx:pt>
          <cx:pt idx="4858">0.17687489706410983</cx:pt>
          <cx:pt idx="4859">0.50205303529192069</cx:pt>
          <cx:pt idx="4860">0.32597424895195082</cx:pt>
          <cx:pt idx="4861">0.4015291262547333</cx:pt>
          <cx:pt idx="4862">0.47183210234348205</cx:pt>
          <cx:pt idx="4863">0.22967447731503401</cx:pt>
          <cx:pt idx="4864">0.76632768142689667</cx:pt>
          <cx:pt idx="4865">0.36159966278753414</cx:pt>
          <cx:pt idx="4866">0.82404842608006212</cx:pt>
          <cx:pt idx="4867">0.55835033901765763</cx:pt>
          <cx:pt idx="4868">0.40975072233604237</cx:pt>
          <cx:pt idx="4869">0.85487679458450649</cx:pt>
          <cx:pt idx="4870">0.57590935507396912</cx:pt>
          <cx:pt idx="4871">0.5317296203724553</cx:pt>
          <cx:pt idx="4872">0.74637561229576499</cx:pt>
          <cx:pt idx="4873">0.53958318037771469</cx:pt>
          <cx:pt idx="4874">0.53072648967987368</cx:pt>
          <cx:pt idx="4875">0.20294313875124065</cx:pt>
          <cx:pt idx="4876">0.23869539375591642</cx:pt>
          <cx:pt idx="4877">0.54461321544082875</cx:pt>
          <cx:pt idx="4878">0.53675600597091255</cx:pt>
          <cx:pt idx="4879">0.71328267177888061</cx:pt>
          <cx:pt idx="4880">0.53247006131061003</cx:pt>
          <cx:pt idx="4881">0.37687609500145886</cx:pt>
          <cx:pt idx="4882">0.26479217805456901</cx:pt>
          <cx:pt idx="4883">0.70794128371742171</cx:pt>
          <cx:pt idx="4884">0.1989336720869111</cx:pt>
          <cx:pt idx="4885">0.5707271637990875</cx:pt>
          <cx:pt idx="4886">0.52004295045792026</cx:pt>
          <cx:pt idx="4887">0.29265781929829382</cx:pt>
          <cx:pt idx="4888">0.27566314893755411</cx:pt>
          <cx:pt idx="4889">0.42755138822277572</cx:pt>
          <cx:pt idx="4890">0.33412789533759701</cx:pt>
          <cx:pt idx="4891">0.47441840323162576</cx:pt>
          <cx:pt idx="4892">0.41255441598711373</cx:pt>
          <cx:pt idx="4893">0.51296726739165432</cx:pt>
          <cx:pt idx="4894">0.45471703449016959</cx:pt>
          <cx:pt idx="4895">0.589816141435062</cx:pt>
          <cx:pt idx="4896">0.20423847125110667</cx:pt>
          <cx:pt idx="4897">0.68726263824516398</cx:pt>
          <cx:pt idx="4898">0.42716052534634602</cx:pt>
          <cx:pt idx="4899">0.46064221232919939</cx:pt>
          <cx:pt idx="4900">0.50176113202410022</cx:pt>
          <cx:pt idx="4901">0.39811025574220821</cx:pt>
          <cx:pt idx="4902">0.66571012779448258</cx:pt>
          <cx:pt idx="4903">0.60958742912454877</cx:pt>
          <cx:pt idx="4904">0.71532555089597194</cx:pt>
          <cx:pt idx="4905">0.4623724414083546</cx:pt>
          <cx:pt idx="4906">0.41629389271720585</cx:pt>
          <cx:pt idx="4907">0.604792042737059</cx:pt>
          <cx:pt idx="4908">0.243620878667167</cx:pt>
          <cx:pt idx="4909">0.53435511540430147</cx:pt>
          <cx:pt idx="4910">0.4767729507626024</cx:pt>
          <cx:pt idx="4911">0.29253600083213493</cx:pt>
          <cx:pt idx="4912">0.60060809395942949</cx:pt>
          <cx:pt idx="4913">0.36944247506401245</cx:pt>
          <cx:pt idx="4914">0.20420868997963593</cx:pt>
          <cx:pt idx="4915">0.19707740467114315</cx:pt>
          <cx:pt idx="4916">0.4874709908773654</cx:pt>
          <cx:pt idx="4917">0.49713102561660921</cx:pt>
          <cx:pt idx="4918">0.66715801109375972</cx:pt>
          <cx:pt idx="4919">0.35113502689615372</cx:pt>
          <cx:pt idx="4920">0.38290795631664415</cx:pt>
          <cx:pt idx="4921">0.4842418448834595</cx:pt>
          <cx:pt idx="4922">0.76646331881225849</cx:pt>
          <cx:pt idx="4923">0.35573503159269221</cx:pt>
          <cx:pt idx="4924">0.64489101802514848</cx:pt>
          <cx:pt idx="4925">0.40886339281919593</cx:pt>
          <cx:pt idx="4926">0.52285341164141241</cx:pt>
          <cx:pt idx="4927">0.10967467440141834</cx:pt>
          <cx:pt idx="4928">0.32393052985241017</cx:pt>
          <cx:pt idx="4929">0.40016314984379131</cx:pt>
          <cx:pt idx="4930">0.77170121813612835</cx:pt>
          <cx:pt idx="4931">0.58992589562759634</cx:pt>
          <cx:pt idx="4932">0.57374121714088488</cx:pt>
          <cx:pt idx="4933">0.57492677548706683</cx:pt>
          <cx:pt idx="4934">0.3783886987934465</cx:pt>
          <cx:pt idx="4935">0.53983854232120387</cx:pt>
          <cx:pt idx="4936">0.58963688540303383</cx:pt>
          <cx:pt idx="4937">0.55731030238003287</cx:pt>
          <cx:pt idx="4938">0.44421120891171506</cx:pt>
          <cx:pt idx="4939">0.13524792802938412</cx:pt>
          <cx:pt idx="4940">0.32134375800829779</cx:pt>
          <cx:pt idx="4941">0.70429079214778589</cx:pt>
          <cx:pt idx="4942">0.58634840790744669</cx:pt>
          <cx:pt idx="4943">0.63933602674136725</cx:pt>
          <cx:pt idx="4944">0.49419937249134943</cx:pt>
          <cx:pt idx="4945">0.43153568609239551</cx:pt>
          <cx:pt idx="4946">0.4783803592117799</cx:pt>
          <cx:pt idx="4947">0.66893975585656318</cx:pt>
          <cx:pt idx="4948">0.59772067529204975</cx:pt>
          <cx:pt idx="4949">0.55639846921280978</cx:pt>
          <cx:pt idx="4950">0.32587135841456555</cx:pt>
          <cx:pt idx="4951">0.55061301139106922</cx:pt>
          <cx:pt idx="4952">0.59647838874708892</cx:pt>
          <cx:pt idx="4953">0.48238046338625884</cx:pt>
          <cx:pt idx="4954">0.66097813629392854</cx:pt>
          <cx:pt idx="4955">0.35330068654656344</cx:pt>
          <cx:pt idx="4956">0.33570871817172254</cx:pt>
          <cx:pt idx="4957">0.39470287221828315</cx:pt>
          <cx:pt idx="4958">0.31038232858078363</cx:pt>
          <cx:pt idx="4959">0.51426839311846473</cx:pt>
          <cx:pt idx="4960">0.51436121146501912</cx:pt>
          <cx:pt idx="4961">0.55501400238985854</cx:pt>
          <cx:pt idx="4962">0.46120727895070729</cx:pt>
          <cx:pt idx="4963">0.40748945650811896</cx:pt>
          <cx:pt idx="4964">0.60180465025975149</cx:pt>
          <cx:pt idx="4965">0.30812969252335509</cx:pt>
          <cx:pt idx="4966">0.71755055821607328</cx:pt>
          <cx:pt idx="4967">0.43911285598786831</cx:pt>
          <cx:pt idx="4968">0.60781787094394579</cx:pt>
          <cx:pt idx="4969">0.66117282212480988</cx:pt>
          <cx:pt idx="4970">0.31815922445146139</cx:pt>
          <cx:pt idx="4971">0.5352248812782251</cx:pt>
          <cx:pt idx="4972">0.53626353223343559</cx:pt>
          <cx:pt idx="4973">0.44491067737047679</cx:pt>
          <cx:pt idx="4974">0.76994384002323801</cx:pt>
          <cx:pt idx="4975">0.40873735820317697</cx:pt>
          <cx:pt idx="4976">0.74627714127619749</cx:pt>
          <cx:pt idx="4977">0.53411710928785672</cx:pt>
          <cx:pt idx="4978">0.35041455455254067</cx:pt>
          <cx:pt idx="4979">0.40242904641199206</cx:pt>
          <cx:pt idx="4980">0.73988529868688468</cx:pt>
          <cx:pt idx="4981">0.092753775896731117</cx:pt>
          <cx:pt idx="4982">0.46152250621320257</cx:pt>
          <cx:pt idx="4983">0.23363748804487769</cx:pt>
          <cx:pt idx="4984">0.572901202360662</cx:pt>
          <cx:pt idx="4985">0.33334032915077555</cx:pt>
          <cx:pt idx="4986">0.38682482045429489</cx:pt>
          <cx:pt idx="4987">0.6009312493992035</cx:pt>
          <cx:pt idx="4988">0.25436753803586276</cx:pt>
          <cx:pt idx="4989">0.84031798104211752</cx:pt>
          <cx:pt idx="4990">0.65594383553145152</cx:pt>
          <cx:pt idx="4991">0.85646686302703956</cx:pt>
          <cx:pt idx="4992">0.45962993187372175</cx:pt>
          <cx:pt idx="4993">0.24581024342381544</cx:pt>
          <cx:pt idx="4994">0.41705250755831064</cx:pt>
          <cx:pt idx="4995">0.31612762851691606</cx:pt>
          <cx:pt idx="4996">0.2970674280146467</cx:pt>
          <cx:pt idx="4997">0.71357606162688192</cx:pt>
          <cx:pt idx="4998">0.63476445206489451</cx:pt>
          <cx:pt idx="4999">0.37641132298052787</cx:pt>
          <cx:pt idx="5000">0.51445259475104888</cx:pt>
          <cx:pt idx="5001">0.47558860636745881</cx:pt>
          <cx:pt idx="5002">0.69127296059842169</cx:pt>
          <cx:pt idx="5003">0.70817946996884851</cx:pt>
          <cx:pt idx="5004">0.51384653055525853</cx:pt>
          <cx:pt idx="5005">0.70940337589654556</cx:pt>
          <cx:pt idx="5006">0.64057502585946946</cx:pt>
          <cx:pt idx="5007">0.64146856682692033</cx:pt>
          <cx:pt idx="5008">0.48708483203055902</cx:pt>
          <cx:pt idx="5009">0.48173076756211791</cx:pt>
          <cx:pt idx="5010">0.14427225478183642</cx:pt>
          <cx:pt idx="5011">0.23511508091043484</cx:pt>
          <cx:pt idx="5012">0.51363493212097444</cx:pt>
          <cx:pt idx="5013">0.34028670678974493</cx:pt>
          <cx:pt idx="5014">0.47322543594821775</cx:pt>
          <cx:pt idx="5015">0.57523325709420248</cx:pt>
          <cx:pt idx="5016">0.55216739685397287</cx:pt>
          <cx:pt idx="5017">0.76231711947749703</cx:pt>
          <cx:pt idx="5018">0.1706193346265151</cx:pt>
          <cx:pt idx="5019">0.6679664154364835</cx:pt>
          <cx:pt idx="5020">0.54079391974895441</cx:pt>
          <cx:pt idx="5021">0.55764092743753413</cx:pt>
          <cx:pt idx="5022">0.41848714043718843</cx:pt>
          <cx:pt idx="5023">0.37220934449574755</cx:pt>
          <cx:pt idx="5024">0.44071720944392456</cx:pt>
          <cx:pt idx="5025">0.74703055426812248</cx:pt>
          <cx:pt idx="5026">0.24347669794188931</cx:pt>
          <cx:pt idx="5027">0.38599355535365404</cx:pt>
          <cx:pt idx="5028">0.59135906512007708</cx:pt>
          <cx:pt idx="5029">0.30550019879999502</cx:pt>
          <cx:pt idx="5030">0.073353008137223841</cx:pt>
          <cx:pt idx="5031">0.55042539832606219</cx:pt>
          <cx:pt idx="5032">0.3890296661668729</cx:pt>
          <cx:pt idx="5033">0.23743698353942252</cx:pt>
          <cx:pt idx="5034">0.53002228866659751</cx:pt>
          <cx:pt idx="5035">0.56265038164666203</cx:pt>
          <cx:pt idx="5036">0.47213860552472786</cx:pt>
          <cx:pt idx="5037">0.63879622361960375</cx:pt>
          <cx:pt idx="5038">0.25256685053722167</cx:pt>
          <cx:pt idx="5039">0.13799743281450325</cx:pt>
          <cx:pt idx="5040">0.86896206473920801</cx:pt>
          <cx:pt idx="5041">0.60286761355358387</cx:pt>
          <cx:pt idx="5042">0.51124105218229032</cx:pt>
          <cx:pt idx="5043">0.54871907683548304</cx:pt>
          <cx:pt idx="5044">0.41186448944861248</cx:pt>
          <cx:pt idx="5045">0.25358484481217042</cx:pt>
          <cx:pt idx="5046">0.61104556967250645</cx:pt>
          <cx:pt idx="5047">0.61024314174893379</cx:pt>
          <cx:pt idx="5048">0.57039044583776488</cx:pt>
          <cx:pt idx="5049">0.41291375675798575</cx:pt>
          <cx:pt idx="5050">0.61604295882503035</cx:pt>
          <cx:pt idx="5051">0.50958944174191301</cx:pt>
          <cx:pt idx="5052">0.55660771352282434</cx:pt>
          <cx:pt idx="5053">0.13803040370615768</cx:pt>
          <cx:pt idx="5054">0.38280331964637027</cx:pt>
          <cx:pt idx="5055">0.57900115233419502</cx:pt>
          <cx:pt idx="5056">0.420823085067279</cx:pt>
          <cx:pt idx="5057">0.10158692401480629</cx:pt>
          <cx:pt idx="5058">0.49201327731526728</cx:pt>
          <cx:pt idx="5059">0.43776086510291118</cx:pt>
          <cx:pt idx="5060">0.059676522202641427</cx:pt>
          <cx:pt idx="5061">0.64693111121645475</cx:pt>
          <cx:pt idx="5062">0.5719191470450351</cx:pt>
          <cx:pt idx="5063">0.37082265531987885</cx:pt>
          <cx:pt idx="5064">0.43006026630729938</cx:pt>
          <cx:pt idx="5065">0.58505444952256003</cx:pt>
          <cx:pt idx="5066">0.52164653665925564</cx:pt>
          <cx:pt idx="5067">0.55047053254781886</cx:pt>
          <cx:pt idx="5068">0.21230515834499741</cx:pt>
          <cx:pt idx="5069">0.77151923250168308</cx:pt>
          <cx:pt idx="5070">0.25360906044639159</cx:pt>
          <cx:pt idx="5071">0.57267139863726002</cx:pt>
          <cx:pt idx="5072">0.50074725054223901</cx:pt>
          <cx:pt idx="5073">0.56228116938556316</cx:pt>
          <cx:pt idx="5074">0.84359697366860809</cx:pt>
          <cx:pt idx="5075">0.6118274004365658</cx:pt>
          <cx:pt idx="5076">0.23374414167276789</cx:pt>
          <cx:pt idx="5077">0.093248279916901655</cx:pt>
          <cx:pt idx="5078">0.13988607712475079</cx:pt>
          <cx:pt idx="5079">0.23491647569977706</cx:pt>
          <cx:pt idx="5080">0.68781036404541906</cx:pt>
          <cx:pt idx="5081">0.53139947493879658</cx:pt>
          <cx:pt idx="5082">0.28836584792928893</cx:pt>
          <cx:pt idx="5083">0.4110756469849226</cx:pt>
          <cx:pt idx="5084">0.29981484590465346</cx:pt>
          <cx:pt idx="5085">0.69596160600506851</cx:pt>
          <cx:pt idx="5086">0.58798350333714455</cx:pt>
          <cx:pt idx="5087">0.34599236704131398</cx:pt>
          <cx:pt idx="5088">0.19688795897916253</cx:pt>
          <cx:pt idx="5089">0.35258550350731988</cx:pt>
          <cx:pt idx="5090">0.51407317321338719</cx:pt>
          <cx:pt idx="5091">0.32049656031862039</cx:pt>
          <cx:pt idx="5092">0.64287024304059093</cx:pt>
          <cx:pt idx="5093">0.40446725554647167</cx:pt>
          <cx:pt idx="5094">0.19561786325904443</cx:pt>
          <cx:pt idx="5095">0.14121088073271862</cx:pt>
          <cx:pt idx="5096">0.57189231778221228</cx:pt>
          <cx:pt idx="5097">0.15557449501526815</cx:pt>
          <cx:pt idx="5098">0.65003646972836482</cx:pt>
          <cx:pt idx="5099">0.69454141327291719</cx:pt>
          <cx:pt idx="5100">0.65624646277647947</cx:pt>
          <cx:pt idx="5101">0.94768370451246264</cx:pt>
          <cx:pt idx="5102">0.81417243235624215</cx:pt>
          <cx:pt idx="5103">0.89193196085608095</cx:pt>
          <cx:pt idx="5104">0.68987983302875511</cx:pt>
          <cx:pt idx="5105">0.64305081347542314</cx:pt>
          <cx:pt idx="5106">0.81468135740954828</cx:pt>
          <cx:pt idx="5107">0.83510748845382232</cx:pt>
          <cx:pt idx="5108">0.7745610082188874</cx:pt>
          <cx:pt idx="5109">0.88345882668174913</cx:pt>
          <cx:pt idx="5110">0.58027023073810469</cx:pt>
          <cx:pt idx="5111">0.82405516566997794</cx:pt>
          <cx:pt idx="5112">0.82594470101403261</cx:pt>
          <cx:pt idx="5113">0.65136155733808188</cx:pt>
          <cx:pt idx="5114">0.8386578741731342</cx:pt>
          <cx:pt idx="5115">0.90728472871053711</cx:pt>
          <cx:pt idx="5116">0.891611264572992</cx:pt>
          <cx:pt idx="5117">0.86367796875696801</cx:pt>
          <cx:pt idx="5118">0.62803030273580895</cx:pt>
          <cx:pt idx="5119">0.92496174556953348</cx:pt>
          <cx:pt idx="5120">0.88338526242900928</cx:pt>
          <cx:pt idx="5121">0.89060835323508902</cx:pt>
          <cx:pt idx="5122">0.90274890865024215</cx:pt>
          <cx:pt idx="5123">0.74571617039245675</cx:pt>
          <cx:pt idx="5124">0.93219708851009087</cx:pt>
          <cx:pt idx="5125">0.62735288243157106</cx:pt>
          <cx:pt idx="5126">0.52100077445874071</cx:pt>
          <cx:pt idx="5127">0.90661699927710504</cx:pt>
          <cx:pt idx="5128">0.56785555006565169</cx:pt>
          <cx:pt idx="5129">0.63522271100465166</cx:pt>
          <cx:pt idx="5130">0.87503938987546992</cx:pt>
          <cx:pt idx="5131">0.87055447406940578</cx:pt>
          <cx:pt idx="5132">0.88924804212010811</cx:pt>
          <cx:pt idx="5133">0.61460092547373324</cx:pt>
          <cx:pt idx="5134">0.91647648956123751</cx:pt>
          <cx:pt idx="5135">0.7524280413612302</cx:pt>
          <cx:pt idx="5136">0.53449766812271704</cx:pt>
          <cx:pt idx="5137">0.46803058990561347</cx:pt>
          <cx:pt idx="5138">0.91016135267835452</cx:pt>
          <cx:pt idx="5139">0.78202422115632675</cx:pt>
          <cx:pt idx="5140">0.85242999331270752</cx:pt>
          <cx:pt idx="5141">0.8378859607629523</cx:pt>
          <cx:pt idx="5142">0.89884633137555048</cx:pt>
          <cx:pt idx="5143">0.62659419311618325</cx:pt>
          <cx:pt idx="5144">0.85709396363057755</cx:pt>
          <cx:pt idx="5145">0.83372817591765502</cx:pt>
          <cx:pt idx="5146">0.86924085294110975</cx:pt>
          <cx:pt idx="5147">0.71930004091878352</cx:pt>
          <cx:pt idx="5148">0.86125264158494541</cx:pt>
          <cx:pt idx="5149">0.41308139821333772</cx:pt>
          <cx:pt idx="5150">0.83414852582609433</cx:pt>
          <cx:pt idx="5151">0.89180843558188494</cx:pt>
          <cx:pt idx="5152">0.85040829189839007</cx:pt>
          <cx:pt idx="5153">0.81612545630518007</cx:pt>
          <cx:pt idx="5154">0.80974418675862958</cx:pt>
          <cx:pt idx="5155">0.45848540470490784</cx:pt>
          <cx:pt idx="5156">0.85924328515465365</cx:pt>
          <cx:pt idx="5157">0.663546701472289</cx:pt>
          <cx:pt idx="5158">0.86766296293835199</cx:pt>
          <cx:pt idx="5159">0.74367735657280731</cx:pt>
          <cx:pt idx="5160">0.51617253954806686</cx:pt>
          <cx:pt idx="5161">0.73049115471830783</cx:pt>
          <cx:pt idx="5162">0.87547128321661172</cx:pt>
          <cx:pt idx="5163">0.82250569819139285</cx:pt>
          <cx:pt idx="5164">0.72534849729648121</cx:pt>
          <cx:pt idx="5165">0.67277510527812667</cx:pt>
          <cx:pt idx="5166">0.88230829460366023</cx:pt>
          <cx:pt idx="5167">0.65289148014646292</cx:pt>
          <cx:pt idx="5168">0.95014501177511479</cx:pt>
          <cx:pt idx="5169">0.65127732406649752</cx:pt>
          <cx:pt idx="5170">0.84972926790997216</cx:pt>
          <cx:pt idx="5171">0.64710942576000552</cx:pt>
          <cx:pt idx="5172">0.48267540380733881</cx:pt>
          <cx:pt idx="5173">0.88064044370090844</cx:pt>
          <cx:pt idx="5174">0.88954052029986808</cx:pt>
          <cx:pt idx="5175">0.44893962585701325</cx:pt>
          <cx:pt idx="5176">0.8330156439409423</cx:pt>
          <cx:pt idx="5177">0.82034787286519417</cx:pt>
          <cx:pt idx="5178">0.83983223136935981</cx:pt>
          <cx:pt idx="5179">0.80910165555920033</cx:pt>
          <cx:pt idx="5180">0.23108242575822269</cx:pt>
          <cx:pt idx="5181">0.8634163370210397</cx:pt>
          <cx:pt idx="5182">0.89074889585756067</cx:pt>
          <cx:pt idx="5183">0.63489904987897339</cx:pt>
          <cx:pt idx="5184">0.61166305698225487</cx:pt>
          <cx:pt idx="5185">0.47648703965596279</cx:pt>
          <cx:pt idx="5186">0.89703270164723525</cx:pt>
          <cx:pt idx="5187">0.87336810600566583</cx:pt>
          <cx:pt idx="5188">0.83788674300783605</cx:pt>
          <cx:pt idx="5189">0.90817243097048661</cx:pt>
          <cx:pt idx="5190">0.93104726036222429</cx:pt>
          <cx:pt idx="5191">0.76532971642477488</cx:pt>
          <cx:pt idx="5192">0.87901520512251208</cx:pt>
          <cx:pt idx="5193">0.87941550382345912</cx:pt>
          <cx:pt idx="5194">0.81275071493055662</cx:pt>
          <cx:pt idx="5195">0.59674522566237209</cx:pt>
          <cx:pt idx="5196">0.80166294456207066</cx:pt>
          <cx:pt idx="5197">0.47000085472845138</cx:pt>
          <cx:pt idx="5198">0.62916996552154714</cx:pt>
          <cx:pt idx="5199">0.47495431520816028</cx:pt>
          <cx:pt idx="5200">0.54476934581659553</cx:pt>
          <cx:pt idx="5201">0.81929804299206699</cx:pt>
          <cx:pt idx="5202">0.61570876440615308</cx:pt>
          <cx:pt idx="5203">0.84682476581681942</cx:pt>
          <cx:pt idx="5204">0.44628189671955226</cx:pt>
          <cx:pt idx="5205">0.83899414595613575</cx:pt>
          <cx:pt idx="5206">0.51579939029952993</cx:pt>
          <cx:pt idx="5207">0.8921930802833562</cx:pt>
          <cx:pt idx="5208">0.87459607109047732</cx:pt>
          <cx:pt idx="5209">0.91259026756837403</cx:pt>
          <cx:pt idx="5210">0.8315677696789312</cx:pt>
          <cx:pt idx="5211">0.81509374682779567</cx:pt>
          <cx:pt idx="5212">0.8353220318242417</cx:pt>
          <cx:pt idx="5213">0.85612862262396439</cx:pt>
          <cx:pt idx="5214">0.88175603852615103</cx:pt>
          <cx:pt idx="5215">0.52947902681389303</cx:pt>
          <cx:pt idx="5216">0.69876112018787684</cx:pt>
          <cx:pt idx="5217">0.86226349365565835</cx:pt>
          <cx:pt idx="5218">0.65783253581694234</cx:pt>
          <cx:pt idx="5219">0.65697750828394552</cx:pt>
          <cx:pt idx="5220">0.9482828015963527</cx:pt>
          <cx:pt idx="5221">0.66781932625030727</cx:pt>
          <cx:pt idx="5222">0.81032768687044709</cx:pt>
          <cx:pt idx="5223">0.66592282860392382</cx:pt>
          <cx:pt idx="5224">0.91438929166294436</cx:pt>
          <cx:pt idx="5225">0.44315596970288379</cx:pt>
          <cx:pt idx="5226">0.87215470301401887</cx:pt>
          <cx:pt idx="5227">0.89102238395325128</cx:pt>
          <cx:pt idx="5228">0.72622616118084693</cx:pt>
          <cx:pt idx="5229">0.25724532074684631</cx:pt>
          <cx:pt idx="5230">0.875281782232053</cx:pt>
          <cx:pt idx="5231">0.77918745915006071</cx:pt>
          <cx:pt idx="5232">0.46678225965945647</cx:pt>
          <cx:pt idx="5233">0.87687091193935907</cx:pt>
          <cx:pt idx="5234">0.44370743220819137</cx:pt>
          <cx:pt idx="5235">0.88256010304016341</cx:pt>
          <cx:pt idx="5236">0.70242575759389037</cx:pt>
          <cx:pt idx="5237">0.66746282582312511</cx:pt>
          <cx:pt idx="5238">0.5551360627888221</cx:pt>
          <cx:pt idx="5239">0.82703492133050449</cx:pt>
          <cx:pt idx="5240">0.68699596206182312</cx:pt>
          <cx:pt idx="5241">0.87247617887071793</cx:pt>
          <cx:pt idx="5242">0.69938785646274226</cx:pt>
          <cx:pt idx="5243">0.64998567085128067</cx:pt>
          <cx:pt idx="5244">0.74734990984355065</cx:pt>
          <cx:pt idx="5245">0.57428016235041079</cx:pt>
          <cx:pt idx="5246">0.712489333174401</cx:pt>
          <cx:pt idx="5247">0.78863457494900535</cx:pt>
          <cx:pt idx="5248">0.89368485789348973</cx:pt>
          <cx:pt idx="5249">0.50830925637607294</cx:pt>
          <cx:pt idx="5250">0.6622906346640034</cx:pt>
          <cx:pt idx="5251">0.78586809053172679</cx:pt>
          <cx:pt idx="5252">0.16275789982675945</cx:pt>
          <cx:pt idx="5253">0.67811418143487412</cx:pt>
          <cx:pt idx="5254">0.70030167207194549</cx:pt>
          <cx:pt idx="5255">0.89465822627587532</cx:pt>
          <cx:pt idx="5256">0.77004898729165638</cx:pt>
          <cx:pt idx="5257">0.25232766371113668</cx:pt>
          <cx:pt idx="5258">0.61305025761701015</cx:pt>
          <cx:pt idx="5259">0.87034585609404758</cx:pt>
          <cx:pt idx="5260">0.91257042862225946</cx:pt>
          <cx:pt idx="5261">0.87435783760136054</cx:pt>
          <cx:pt idx="5262">0.90664197418400538</cx:pt>
          <cx:pt idx="5263">0.74222284380198733</cx:pt>
          <cx:pt idx="5264">0.74254577494282825</cx:pt>
          <cx:pt idx="5265">0.88910660565084954</cx:pt>
          <cx:pt idx="5266">0.81172465844963526</cx:pt>
          <cx:pt idx="5267">0.95152711108796539</cx:pt>
          <cx:pt idx="5268">0.58083870120019743</cx:pt>
          <cx:pt idx="5269">0.86344833987795511</cx:pt>
          <cx:pt idx="5270">0.54433488765761662</cx:pt>
          <cx:pt idx="5271">0.93864479415899948</cx:pt>
          <cx:pt idx="5272">0.87615451856064364</cx:pt>
          <cx:pt idx="5273">0.58478846678474616</cx:pt>
          <cx:pt idx="5274">0.782308370655737</cx:pt>
          <cx:pt idx="5275">0.70529678993167266</cx:pt>
          <cx:pt idx="5276">0.69540757170079448</cx:pt>
          <cx:pt idx="5277">0.86694601761316537</cx:pt>
          <cx:pt idx="5278">0.81724861932721493</cx:pt>
          <cx:pt idx="5279">0.64668075536574865</cx:pt>
          <cx:pt idx="5280">0.86733367146698481</cx:pt>
          <cx:pt idx="5281">0.85544276599060243</cx:pt>
          <cx:pt idx="5282">0.8731696132802047</cx:pt>
          <cx:pt idx="5283">0.43301065033801656</cx:pt>
          <cx:pt idx="5284">0.8530133450692361</cx:pt>
          <cx:pt idx="5285">0.87251147257307149</cx:pt>
          <cx:pt idx="5286">0.59506440327412535</cx:pt>
          <cx:pt idx="5287">0.85837412052267459</cx:pt>
          <cx:pt idx="5288">0.6516369295665333</cx:pt>
          <cx:pt idx="5289">0.58077813385167187</cx:pt>
          <cx:pt idx="5290">0.83593849416455557</cx:pt>
          <cx:pt idx="5291">0.77584985770850179</cx:pt>
          <cx:pt idx="5292">0.84146805335830965</cx:pt>
          <cx:pt idx="5293">0.82143957015454827</cx:pt>
          <cx:pt idx="5294">0.87568692900404443</cx:pt>
          <cx:pt idx="5295">0.33774309057328378</cx:pt>
          <cx:pt idx="5296">0.91251287939072401</cx:pt>
          <cx:pt idx="5297">0.85098544330252668</cx:pt>
          <cx:pt idx="5298">0.83964624722962045</cx:pt>
          <cx:pt idx="5299">0.72383024073191826</cx:pt>
          <cx:pt idx="5300">0.90415577490552057</cx:pt>
          <cx:pt idx="5301">0.64176198210748669</cx:pt>
          <cx:pt idx="5302">0.38078391831063224</cx:pt>
          <cx:pt idx="5303">0.6412585838214675</cx:pt>
          <cx:pt idx="5304">0.878045688921267</cx:pt>
          <cx:pt idx="5305">0.89897497693715023</cx:pt>
          <cx:pt idx="5306">0.90661499963548109</cx:pt>
          <cx:pt idx="5307">0.868407596949334</cx:pt>
          <cx:pt idx="5308">0.81743458848806905</cx:pt>
          <cx:pt idx="5309">0.95556208502336459</cx:pt>
          <cx:pt idx="5310">0.87905601495698305</cx:pt>
          <cx:pt idx="5311">0.86874085088151565</cx:pt>
          <cx:pt idx="5312">0.90006475506296657</cx:pt>
          <cx:pt idx="5313">0.84102684140199968</cx:pt>
          <cx:pt idx="5314">0.36447840524209957</cx:pt>
          <cx:pt idx="5315">0.57182125244799564</cx:pt>
          <cx:pt idx="5316">0.88816909158691348</cx:pt>
          <cx:pt idx="5317">0.77008556890562618</cx:pt>
          <cx:pt idx="5318">0.90664050381690187</cx:pt>
          <cx:pt idx="5319">0.93215773246275668</cx:pt>
          <cx:pt idx="5320">0.8939794403553567</cx:pt>
          <cx:pt idx="5321">0.80512851297216759</cx:pt>
          <cx:pt idx="5322">0.81562014509282088</cx:pt>
          <cx:pt idx="5323">0.83635312372569737</cx:pt>
          <cx:pt idx="5324">0.84031026956736266</cx:pt>
          <cx:pt idx="5325">0.61283294254693854</cx:pt>
          <cx:pt idx="5326">0.87357429536928743</cx:pt>
          <cx:pt idx="5327">0.59130341103074868</cx:pt>
          <cx:pt idx="5328">0.88194818870630698</cx:pt>
          <cx:pt idx="5329">0.90708114310141086</cx:pt>
          <cx:pt idx="5330">0.84172364840822211</cx:pt>
          <cx:pt idx="5331">0.81552460949349825</cx:pt>
          <cx:pt idx="5332">0.89186802044952551</cx:pt>
          <cx:pt idx="5333">0.63818371254584694</cx:pt>
          <cx:pt idx="5334">0.90999509384130117</cx:pt>
          <cx:pt idx="5335">0.69952154841604075</cx:pt>
          <cx:pt idx="5336">0.89573819053718129</cx:pt>
          <cx:pt idx="5337">0.71074305299771379</cx:pt>
          <cx:pt idx="5338">0.88013665223639048</cx:pt>
          <cx:pt idx="5339">0.89266823525998273</cx:pt>
          <cx:pt idx="5340">0.89374309209784997</cx:pt>
          <cx:pt idx="5341">0.9564915338957356</cx:pt>
          <cx:pt idx="5342">0.90592637035054813</cx:pt>
          <cx:pt idx="5343">0.8449208556986777</cx:pt>
          <cx:pt idx="5344">0.71124950971747081</cx:pt>
          <cx:pt idx="5345">0.85975152016920486</cx:pt>
          <cx:pt idx="5346">0.87756508009701473</cx:pt>
          <cx:pt idx="5347">0.49979212425678188</cx:pt>
          <cx:pt idx="5348">0.93389386373910643</cx:pt>
          <cx:pt idx="5349">0.83591578783750065</cx:pt>
          <cx:pt idx="5350">0.90579894830136276</cx:pt>
          <cx:pt idx="5351">0.86824095551367808</cx:pt>
          <cx:pt idx="5352">0.85801447584037194</cx:pt>
          <cx:pt idx="5353">0.90318894254898552</cx:pt>
          <cx:pt idx="5354">0.62750992155373186</cx:pt>
          <cx:pt idx="5355">0.60193800603787462</cx:pt>
          <cx:pt idx="5356">0.8600775514896345</cx:pt>
          <cx:pt idx="5357">0.92896321726495923</cx:pt>
          <cx:pt idx="5358">0.89176066447497326</cx:pt>
          <cx:pt idx="5359">0.73065347289658644</cx:pt>
          <cx:pt idx="5360">0.94758122375944431</cx:pt>
          <cx:pt idx="5361">0.92845526583337779</cx:pt>
          <cx:pt idx="5362">0.88508081770069835</cx:pt>
          <cx:pt idx="5363">0.87437227066071843</cx:pt>
          <cx:pt idx="5364">0.90485901676510605</cx:pt>
          <cx:pt idx="5365">0.42199372485680564</cx:pt>
          <cx:pt idx="5366">0.7674919383825376</cx:pt>
          <cx:pt idx="5367">0.43052032320509198</cx:pt>
          <cx:pt idx="5368">0.89836077596890263</cx:pt>
          <cx:pt idx="5369">0.81986609650478981</cx:pt>
          <cx:pt idx="5370">0.83630830084164176</cx:pt>
          <cx:pt idx="5371">0.87164776259822818</cx:pt>
          <cx:pt idx="5372">0.86836767619810373</cx:pt>
          <cx:pt idx="5373">0.92092612440380661</cx:pt>
          <cx:pt idx="5374">0.8200127813455611</cx:pt>
          <cx:pt idx="5375">0.88088277298326467</cx:pt>
          <cx:pt idx="5376">0.81858397460804977</cx:pt>
          <cx:pt idx="5377">0.95674338686719085</cx:pt>
          <cx:pt idx="5378">0.87711652666855466</cx:pt>
          <cx:pt idx="5379">0.88394107207558503</cx:pt>
          <cx:pt idx="5380">0.89947766060347745</cx:pt>
          <cx:pt idx="5381">0.63162668309182513</cx:pt>
          <cx:pt idx="5382">0.62309756343254541</cx:pt>
          <cx:pt idx="5383">0.95351052738958808</cx:pt>
          <cx:pt idx="5384">0.69790015075356682</cx:pt>
          <cx:pt idx="5385">0.74005060790820909</cx:pt>
          <cx:pt idx="5386">0.83647159522745429</cx:pt>
          <cx:pt idx="5387">0.68073574857368846</cx:pt>
          <cx:pt idx="5388">0.53803410383008332</cx:pt>
          <cx:pt idx="5389">0.85754517941567809</cx:pt>
          <cx:pt idx="5390">0.70129277519347344</cx:pt>
          <cx:pt idx="5391">0.72805587189613741</cx:pt>
          <cx:pt idx="5392">0.81490835183140109</cx:pt>
          <cx:pt idx="5393">0.89861106535692781</cx:pt>
          <cx:pt idx="5394">0.89096278708874688</cx:pt>
          <cx:pt idx="5395">0.88626060864711853</cx:pt>
          <cx:pt idx="5396">0.70104099684079335</cx:pt>
          <cx:pt idx="5397">0.72131358020262437</cx:pt>
          <cx:pt idx="5398">0.90119328052277736</cx:pt>
          <cx:pt idx="5399">0.46152750036650581</cx:pt>
          <cx:pt idx="5400">0.91917164138933527</cx:pt>
          <cx:pt idx="5401">0.82143942878236942</cx:pt>
          <cx:pt idx="5402">0.86735486522221605</cx:pt>
          <cx:pt idx="5403">0.74520472146242078</cx:pt>
          <cx:pt idx="5404">0.82942862733895428</cx:pt>
          <cx:pt idx="5405">0.91859729519812783</cx:pt>
          <cx:pt idx="5406">0.90553123549088632</cx:pt>
          <cx:pt idx="5407">0.63435808855620823</cx:pt>
          <cx:pt idx="5408">0.60701330601938841</cx:pt>
          <cx:pt idx="5409">0.78949745352542677</cx:pt>
          <cx:pt idx="5410">0.85105908393249496</cx:pt>
          <cx:pt idx="5411">0.77094302321515495</cx:pt>
          <cx:pt idx="5412">0.87585672824912608</cx:pt>
          <cx:pt idx="5413">0.83404252226710396</cx:pt>
          <cx:pt idx="5414">0.9076840175501999</cx:pt>
          <cx:pt idx="5415">0.40749428570171381</cx:pt>
          <cx:pt idx="5416">0.78750630196750027</cx:pt>
          <cx:pt idx="5417">0.90453289341510867</cx:pt>
          <cx:pt idx="5418">0.87095958833398435</cx:pt>
          <cx:pt idx="5419">0.41907596945309844</cx:pt>
          <cx:pt idx="5420">0.93896701015957751</cx:pt>
          <cx:pt idx="5421">0.63478189761872184</cx:pt>
          <cx:pt idx="5422">0.71764719021945256</cx:pt>
          <cx:pt idx="5423">0.60653532611850236</cx:pt>
          <cx:pt idx="5424">0.89479168233107931</cx:pt>
          <cx:pt idx="5425">0.84075371083676675</cx:pt>
          <cx:pt idx="5426">0.90539670088138346</cx:pt>
          <cx:pt idx="5427">0.86944273078650081</cx:pt>
          <cx:pt idx="5428">0.27965970968940568</cx:pt>
          <cx:pt idx="5429">0.40796122807996588</cx:pt>
          <cx:pt idx="5430">0.93341429120858466</cx:pt>
          <cx:pt idx="5431">0.88450195757783046</cx:pt>
          <cx:pt idx="5432">0.88227786110268069</cx:pt>
          <cx:pt idx="5433">0.71286765591631596</cx:pt>
          <cx:pt idx="5434">0.86797574885790263</cx:pt>
          <cx:pt idx="5435">0.58811807369830316</cx:pt>
          <cx:pt idx="5436">0.6070684491951136</cx:pt>
          <cx:pt idx="5437">0.83839816718468685</cx:pt>
          <cx:pt idx="5438">0.60236402964876612</cx:pt>
          <cx:pt idx="5439">0.73698360561350307</cx:pt>
          <cx:pt idx="5440">0.89595219841061224</cx:pt>
          <cx:pt idx="5441">0.90988518095401172</cx:pt>
          <cx:pt idx="5442">0.81968565958363648</cx:pt>
          <cx:pt idx="5443">0.87864684306807805</cx:pt>
          <cx:pt idx="5444">0.32269900171003124</cx:pt>
          <cx:pt idx="5445">0.84006418429913421</cx:pt>
          <cx:pt idx="5446">0.89725506561507684</cx:pt>
          <cx:pt idx="5447">0.95104711500777583</cx:pt>
          <cx:pt idx="5448">0.83354916844940918</cx:pt>
          <cx:pt idx="5449">0.88920727242561803</cx:pt>
          <cx:pt idx="5450">0.6194927961239648</cx:pt>
          <cx:pt idx="5451">0.66242086673791423</cx:pt>
          <cx:pt idx="5452">0.7834894146782172</cx:pt>
          <cx:pt idx="5453">0.91086313465702617</cx:pt>
          <cx:pt idx="5454">0.9116916829352123</cx:pt>
          <cx:pt idx="5455">0.7301632377827092</cx:pt>
          <cx:pt idx="5456">0.53682358755439585</cx:pt>
          <cx:pt idx="5457">0.84620819390098734</cx:pt>
          <cx:pt idx="5458">0.81012303922999174</cx:pt>
          <cx:pt idx="5459">0.93295968763199622</cx:pt>
          <cx:pt idx="5460">0.87550053981737175</cx:pt>
          <cx:pt idx="5461">0.89444130468691796</cx:pt>
          <cx:pt idx="5462">0.1855275124616681</cx:pt>
          <cx:pt idx="5463">0.5773857513617523</cx:pt>
          <cx:pt idx="5464">0.66414445997809424</cx:pt>
          <cx:pt idx="5465">0.8730497041822437</cx:pt>
          <cx:pt idx="5466">0.58867603741298924</cx:pt>
          <cx:pt idx="5467">0.49953727515633473</cx:pt>
          <cx:pt idx="5468">0.64614041764251284</cx:pt>
          <cx:pt idx="5469">0.81901380525526979</cx:pt>
          <cx:pt idx="5470">0.88631575532048201</cx:pt>
          <cx:pt idx="5471">0.91205993733899693</cx:pt>
          <cx:pt idx="5472">0.64904670190306524</cx:pt>
          <cx:pt idx="5473">0.85828465630507333</cx:pt>
          <cx:pt idx="5474">0.5532632096034672</cx:pt>
          <cx:pt idx="5475">0.74053456604325019</cx:pt>
          <cx:pt idx="5476">0.64960396388524089</cx:pt>
          <cx:pt idx="5477">0.38114169758369337</cx:pt>
          <cx:pt idx="5478">0.88906142431689195</cx:pt>
          <cx:pt idx="5479">0.83315421376403564</cx:pt>
          <cx:pt idx="5480">0.65871663661250524</cx:pt>
          <cx:pt idx="5481">0.82459874723603854</cx:pt>
          <cx:pt idx="5482">0.37449155860366745</cx:pt>
          <cx:pt idx="5483">0.64029843191867508</cx:pt>
          <cx:pt idx="5484">0.85575188851379169</cx:pt>
          <cx:pt idx="5485">0.832459151069325</cx:pt>
          <cx:pt idx="5486">0.86296250532840324</cx:pt>
          <cx:pt idx="5487">0.62302813870540086</cx:pt>
          <cx:pt idx="5488">0.58117258199310151</cx:pt>
          <cx:pt idx="5489">0.24830489393079308</cx:pt>
          <cx:pt idx="5490">0.53726989931206848</cx:pt>
          <cx:pt idx="5491">0.64406529834057946</cx:pt>
          <cx:pt idx="5492">0.81975930313235612</cx:pt>
          <cx:pt idx="5493">0.70876756415897479</cx:pt>
          <cx:pt idx="5494">0.6606460719141003</cx:pt>
          <cx:pt idx="5495">0.85519467181636299</cx:pt>
          <cx:pt idx="5496">0.66239841179787495</cx:pt>
          <cx:pt idx="5497">0.64453235335684389</cx:pt>
          <cx:pt idx="5498">0.70100604643115072</cx:pt>
          <cx:pt idx="5499">0.93209670726504446</cx:pt>
          <cx:pt idx="5500">0.72493267460607813</cx:pt>
          <cx:pt idx="5501">0.84033909219255709</cx:pt>
          <cx:pt idx="5502">0.73035254692890994</cx:pt>
          <cx:pt idx="5503">0.83135633735785319</cx:pt>
          <cx:pt idx="5504">0.83970991181989407</cx:pt>
          <cx:pt idx="5505">0.84068701631231169</cx:pt>
          <cx:pt idx="5506">0.6895204180370077</cx:pt>
          <cx:pt idx="5507">0.44940135857064961</cx:pt>
          <cx:pt idx="5508">0.65241536312217252</cx:pt>
          <cx:pt idx="5509">0.88123224035179537</cx:pt>
          <cx:pt idx="5510">0.80296215680882099</cx:pt>
          <cx:pt idx="5511">0.51862788531998716</cx:pt>
          <cx:pt idx="5512">0.82336689002281982</cx:pt>
          <cx:pt idx="5513">0.70358633978556351</cx:pt>
          <cx:pt idx="5514">0.56073406843791618</cx:pt>
          <cx:pt idx="5515">0.85887701217772572</cx:pt>
          <cx:pt idx="5516">0.83935392693992117</cx:pt>
          <cx:pt idx="5517">0.88891616197141021</cx:pt>
          <cx:pt idx="5518">0.66492930520286442</cx:pt>
          <cx:pt idx="5519">0.73488479602310597</cx:pt>
          <cx:pt idx="5520">0.8334648834140499</cx:pt>
          <cx:pt idx="5521">0.47352518203961219</cx:pt>
          <cx:pt idx="5522">0.9114204810138401</cx:pt>
          <cx:pt idx="5523">0.77003685224579554</cx:pt>
          <cx:pt idx="5524">0.7876224521059989</cx:pt>
          <cx:pt idx="5525">0.70076522788875739</cx:pt>
          <cx:pt idx="5526">0.93461990225643987</cx:pt>
          <cx:pt idx="5527">0.92972155819062197</cx:pt>
          <cx:pt idx="5528">0.74823464844801391</cx:pt>
          <cx:pt idx="5529">0.90432630415058524</cx:pt>
          <cx:pt idx="5530">0.85722107169031114</cx:pt>
          <cx:pt idx="5531">0.8718505934019154</cx:pt>
          <cx:pt idx="5532">0.59030967099796927</cx:pt>
          <cx:pt idx="5533">0.87200960712082654</cx:pt>
          <cx:pt idx="5534">0.81251210820470721</cx:pt>
          <cx:pt idx="5535">0.23564301941119711</cx:pt>
          <cx:pt idx="5536">0.66405956311373293</cx:pt>
          <cx:pt idx="5537">0.89406570665123497</cx:pt>
          <cx:pt idx="5538">0.61559227287020757</cx:pt>
          <cx:pt idx="5539">0.87126539032962891</cx:pt>
          <cx:pt idx="5540">0.46488742620101903</cx:pt>
          <cx:pt idx="5541">0.58543657718883213</cx:pt>
          <cx:pt idx="5542">0.24453146411143911</cx:pt>
          <cx:pt idx="5543">0.83222279989417114</cx:pt>
          <cx:pt idx="5544">0.5879552131889374</cx:pt>
          <cx:pt idx="5545">0.88256719290687391</cx:pt>
          <cx:pt idx="5546">0.82039115845287469</cx:pt>
          <cx:pt idx="5547">0.87399940380441754</cx:pt>
          <cx:pt idx="5548">0.89074307178516499</cx:pt>
          <cx:pt idx="5549">0.51675420928096205</cx:pt>
          <cx:pt idx="5550">0.66905847981444266</cx:pt>
          <cx:pt idx="5551">0.63314332213597524</cx:pt>
          <cx:pt idx="5552">0.69518857675517032</cx:pt>
          <cx:pt idx="5553">0.62453788208504202</cx:pt>
          <cx:pt idx="5554">0.83604366799282948</cx:pt>
          <cx:pt idx="5555">0.73997650295265249</cx:pt>
          <cx:pt idx="5556">0.87447492059225895</cx:pt>
          <cx:pt idx="5557">0.94323544598133857</cx:pt>
          <cx:pt idx="5558">0.5199354646396972</cx:pt>
          <cx:pt idx="5559">0.69757760496891752</cx:pt>
          <cx:pt idx="5560">0.8419111021855441</cx:pt>
          <cx:pt idx="5561">0.81113779526739371</cx:pt>
          <cx:pt idx="5562">0.83489033966618575</cx:pt>
          <cx:pt idx="5563">0.87703750804665137</cx:pt>
          <cx:pt idx="5564">0.61354143594595334</cx:pt>
          <cx:pt idx="5565">0.40031273523942296</cx:pt>
          <cx:pt idx="5566">0.72970145569299982</cx:pt>
          <cx:pt idx="5567">0.86577546692537422</cx:pt>
          <cx:pt idx="5568">0.8195128143010878</cx:pt>
          <cx:pt idx="5569">0.88558734941961859</cx:pt>
          <cx:pt idx="5570">0.87696406641869129</cx:pt>
          <cx:pt idx="5571">0.54194152597222578</cx:pt>
          <cx:pt idx="5572">0.87758956080749195</cx:pt>
          <cx:pt idx="5573">0.52111844314599909</cx:pt>
          <cx:pt idx="5574">0.8764124313767111</cx:pt>
          <cx:pt idx="5575">0.83203644839430713</cx:pt>
          <cx:pt idx="5576">0.2392490782731318</cx:pt>
          <cx:pt idx="5577">0.36494843300653229</cx:pt>
          <cx:pt idx="5578">0.88453861334452744</cx:pt>
          <cx:pt idx="5579">0.89023220162900563</cx:pt>
          <cx:pt idx="5580">0.83606635220041059</cx:pt>
          <cx:pt idx="5581">0.87828659501971695</cx:pt>
          <cx:pt idx="5582">0.77642787855544571</cx:pt>
          <cx:pt idx="5583">0.88740281903622242</cx:pt>
          <cx:pt idx="5584">0.92827807709832388</cx:pt>
          <cx:pt idx="5585">0.75518829407675236</cx:pt>
          <cx:pt idx="5586">0.88596989654810376</cx:pt>
          <cx:pt idx="5587">0.88563964719798094</cx:pt>
          <cx:pt idx="5588">0.85783240859998278</cx:pt>
          <cx:pt idx="5589">0.71753818710105233</cx:pt>
          <cx:pt idx="5590">0.8400922541247916</cx:pt>
          <cx:pt idx="5591">0.84121923240412944</cx:pt>
          <cx:pt idx="5592">0.59841708629228063</cx:pt>
          <cx:pt idx="5593">0.53484781316175734</cx:pt>
          <cx:pt idx="5594">0.92093146923427438</cx:pt>
          <cx:pt idx="5595">0.85854900625745822</cx:pt>
          <cx:pt idx="5596">0.6639856084420519</cx:pt>
          <cx:pt idx="5597">0.83306672144222305</cx:pt>
          <cx:pt idx="5598">0.85812298507116325</cx:pt>
          <cx:pt idx="5599">0.54317203263860803</cx:pt>
          <cx:pt idx="5600">0.66352567579345378</cx:pt>
          <cx:pt idx="5601">0.560461234988613</cx:pt>
          <cx:pt idx="5602">0.85706868303300865</cx:pt>
          <cx:pt idx="5603">0.88932473184068639</cx:pt>
          <cx:pt idx="5604">0.86845240300216076</cx:pt>
          <cx:pt idx="5605">0.86835863864962559</cx:pt>
          <cx:pt idx="5606">0.83644542458722526</cx:pt>
          <cx:pt idx="5607">0.87135232465757884</cx:pt>
          <cx:pt idx="5608">0.85939597496494124</cx:pt>
          <cx:pt idx="5609">0.7410406782916964</cx:pt>
          <cx:pt idx="5610">0.81630462209582066</cx:pt>
          <cx:pt idx="5611">0.90600888856672968</cx:pt>
          <cx:pt idx="5612">0.83185615839976768</cx:pt>
          <cx:pt idx="5613">0.88160339936021492</cx:pt>
          <cx:pt idx="5614">0.70243203333810389</cx:pt>
          <cx:pt idx="5615">0.59121080984543817</cx:pt>
          <cx:pt idx="5616">0.87980587072948047</cx:pt>
          <cx:pt idx="5617">0.81857434879372659</cx:pt>
          <cx:pt idx="5618">0.23941772347850102</cx:pt>
          <cx:pt idx="5619">0.78544057492407049</cx:pt>
          <cx:pt idx="5620">0.88076357070717592</cx:pt>
          <cx:pt idx="5621">0.83498285245718473</cx:pt>
          <cx:pt idx="5622">0.591223832859059</cx:pt>
          <cx:pt idx="5623">0.89920458444681062</cx:pt>
          <cx:pt idx="5624">0.83563014521210999</cx:pt>
          <cx:pt idx="5625">0.95138171765799651</cx:pt>
          <cx:pt idx="5626">0.91306568485176243</cx:pt>
          <cx:pt idx="5627">0.62459526642467211</cx:pt>
          <cx:pt idx="5628">0.81501986854612463</cx:pt>
          <cx:pt idx="5629">0.60406155317471177</cx:pt>
          <cx:pt idx="5630">0.86016789157985618</cx:pt>
          <cx:pt idx="5631">0.69409200339094812</cx:pt>
          <cx:pt idx="5632">0.74745493959708675</cx:pt>
          <cx:pt idx="5633">0.88082068754913356</cx:pt>
          <cx:pt idx="5634">0.68343867572606121</cx:pt>
          <cx:pt idx="5635">0.88481975906129362</cx:pt>
          <cx:pt idx="5636">0.82121854451746135</cx:pt>
          <cx:pt idx="5637">0.8704916005964134</cx:pt>
          <cx:pt idx="5638">0.9081299571389404</cx:pt>
          <cx:pt idx="5639">0.86381520035736636</cx:pt>
          <cx:pt idx="5640">0.81766312686339471</cx:pt>
          <cx:pt idx="5641">0.65463699126566721</cx:pt>
          <cx:pt idx="5642">0.86759216492990587</cx:pt>
          <cx:pt idx="5643">0.83491131449089029</cx:pt>
          <cx:pt idx="5644">0.83588996999195431</cx:pt>
          <cx:pt idx="5645">0.8760524274907332</cx:pt>
          <cx:pt idx="5646">0.74360782595801644</cx:pt>
          <cx:pt idx="5647">0.91063325887765101</cx:pt>
          <cx:pt idx="5648">0.73941087242425452</cx:pt>
          <cx:pt idx="5649">0.55426128506235173</cx:pt>
          <cx:pt idx="5650">0.87611749245279502</cx:pt>
          <cx:pt idx="5651">0.23754575210501791</cx:pt>
          <cx:pt idx="5652">0.86105009371154895</cx:pt>
          <cx:pt idx="5653">0.88310412970757257</cx:pt>
          <cx:pt idx="5654">0.88566640098943428</cx:pt>
          <cx:pt idx="5655">0.42036031365227944</cx:pt>
          <cx:pt idx="5656">0.8926899586739997</cx:pt>
          <cx:pt idx="5657">0.93881107357704674</cx:pt>
          <cx:pt idx="5658">0.83847424505623702</cx:pt>
          <cx:pt idx="5659">0.70709004410850129</cx:pt>
          <cx:pt idx="5660">0.85560340493205445</cx:pt>
          <cx:pt idx="5661">0.90144264104973693</cx:pt>
          <cx:pt idx="5662">0.77556573724552891</cx:pt>
          <cx:pt idx="5663">0.90782015056350485</cx:pt>
          <cx:pt idx="5664">0.88342501934386775</cx:pt>
          <cx:pt idx="5665">0.47599772008326535</cx:pt>
          <cx:pt idx="5666">0.5516874693681858</cx:pt>
          <cx:pt idx="5667">0.85826538396815033</cx:pt>
          <cx:pt idx="5668">0.71324636981126111</cx:pt>
          <cx:pt idx="5669">0.85428563049491102</cx:pt>
          <cx:pt idx="5670">0.90304491680666588</cx:pt>
          <cx:pt idx="5671">0.86802149366316994</cx:pt>
          <cx:pt idx="5672">0.87210173326480822</cx:pt>
          <cx:pt idx="5673">0.66804662383904512</cx:pt>
          <cx:pt idx="5674">0.83673218637221614</cx:pt>
          <cx:pt idx="5675">0.66548712047754066</cx:pt>
          <cx:pt idx="5676">0.55914012530288393</cx:pt>
          <cx:pt idx="5677">0.83984942170163135</cx:pt>
          <cx:pt idx="5678">0.77461086829605963</cx:pt>
          <cx:pt idx="5679">0.53738328290005588</cx:pt>
          <cx:pt idx="5680">0.61520661324453418</cx:pt>
          <cx:pt idx="5681">0.8272767635502607</cx:pt>
          <cx:pt idx="5682">0.32136658632596588</cx:pt>
          <cx:pt idx="5683">0.65475660879898312</cx:pt>
          <cx:pt idx="5684">0.85752705404257934</cx:pt>
          <cx:pt idx="5685">0.90738592768840654</cx:pt>
          <cx:pt idx="5686">0.86738223017167071</cx:pt>
          <cx:pt idx="5687">0.6228788333829598</cx:pt>
          <cx:pt idx="5688">0.64373746865798842</cx:pt>
          <cx:pt idx="5689">0.77037737404061635</cx:pt>
          <cx:pt idx="5690">0.80437022951713177</cx:pt>
          <cx:pt idx="5691">0.90556497621472443</cx:pt>
          <cx:pt idx="5692">0.91080444391200466</cx:pt>
          <cx:pt idx="5693">0.87996450912889734</cx:pt>
          <cx:pt idx="5694">0.9132514809138651</cx:pt>
          <cx:pt idx="5695">0.88318220621222709</cx:pt>
          <cx:pt idx="5696">0.87661115527443956</cx:pt>
          <cx:pt idx="5697">0.51062354958968892</cx:pt>
          <cx:pt idx="5698">0.62015219170129232</cx:pt>
          <cx:pt idx="5699">0.80748577905508856</cx:pt>
          <cx:pt idx="5700">0.47065027108275953</cx:pt>
          <cx:pt idx="5701">0.91322199586567354</cx:pt>
          <cx:pt idx="5702">0.78090168963969486</cx:pt>
          <cx:pt idx="5703">0.844928388304658</cx:pt>
          <cx:pt idx="5704">0.45596341062301232</cx:pt>
          <cx:pt idx="5705">0.77080263066708887</cx:pt>
          <cx:pt idx="5706">0.91262594946603648</cx:pt>
          <cx:pt idx="5707">0.91090158328903659</cx:pt>
          <cx:pt idx="5708">0.87650323671467101</cx:pt>
          <cx:pt idx="5709">0.90879173724356688</cx:pt>
          <cx:pt idx="5710">0.95258690400097223</cx:pt>
          <cx:pt idx="5711">0.81178846224337342</cx:pt>
          <cx:pt idx="5712">0.75599452478846951</cx:pt>
          <cx:pt idx="5713">0.94626191484260214</cx:pt>
          <cx:pt idx="5714">0.92790944627151106</cx:pt>
          <cx:pt idx="5715">0.80304778841100088</cx:pt>
          <cx:pt idx="5716">0.54902694097502658</cx:pt>
          <cx:pt idx="5717">0.62934686767571502</cx:pt>
          <cx:pt idx="5718">0.81659696336470411</cx:pt>
          <cx:pt idx="5719">0.55190632374659576</cx:pt>
          <cx:pt idx="5720">0.87985613493675841</cx:pt>
          <cx:pt idx="5721">0.49531845365561511</cx:pt>
          <cx:pt idx="5722">0.87233106764769008</cx:pt>
          <cx:pt idx="5723">0.69106472806049624</cx:pt>
          <cx:pt idx="5724">0.82143576925131145</cx:pt>
          <cx:pt idx="5725">0.85774700763781631</cx:pt>
          <cx:pt idx="5726">0.86759070988466702</cx:pt>
          <cx:pt idx="5727">0.82189984595073251</cx:pt>
          <cx:pt idx="5728">0.67859223513527323</cx:pt>
          <cx:pt idx="5729">0.88996640771781199</cx:pt>
          <cx:pt idx="5730">0.90724054163548629</cx:pt>
          <cx:pt idx="5731">0.80537399350188221</cx:pt>
          <cx:pt idx="5732">0.69445622706261378</cx:pt>
          <cx:pt idx="5733">0.70871050223174792</cx:pt>
          <cx:pt idx="5734">0.85714090558694311</cx:pt>
          <cx:pt idx="5735">0.85942565471182575</cx:pt>
          <cx:pt idx="5736">0.89379531787392197</cx:pt>
          <cx:pt idx="5737">0.88852493196680982</cx:pt>
          <cx:pt idx="5738">0.58263155202065187</cx:pt>
          <cx:pt idx="5739">0.84675137596033623</cx:pt>
          <cx:pt idx="5740">0.94869374341099189</cx:pt>
          <cx:pt idx="5741">0.94706506769979426</cx:pt>
          <cx:pt idx="5742">0.49096581304694709</cx:pt>
          <cx:pt idx="5743">0.88198297188982644</cx:pt>
          <cx:pt idx="5744">0.65211518282386161</cx:pt>
          <cx:pt idx="5745">0.88843413906138302</cx:pt>
          <cx:pt idx="5746">0.42089645535239739</cx:pt>
          <cx:pt idx="5747">0.52065000223637425</cx:pt>
          <cx:pt idx="5748">0.67437007958614481</cx:pt>
          <cx:pt idx="5749">0.89843236664324877</cx:pt>
          <cx:pt idx="5750">0.91433094978160279</cx:pt>
          <cx:pt idx="5751">0.74532254847128188</cx:pt>
          <cx:pt idx="5752">0.87184400699504816</cx:pt>
          <cx:pt idx="5753">0.83957380337552534</cx:pt>
          <cx:pt idx="5754">0.90587155831050847</cx:pt>
          <cx:pt idx="5755">0.90563564823193365</cx:pt>
          <cx:pt idx="5756">0.88121147316371162</cx:pt>
          <cx:pt idx="5757">0.90326153704364742</cx:pt>
          <cx:pt idx="5758">0.65914406714490703</cx:pt>
          <cx:pt idx="5759">0.83216966830198846</cx:pt>
          <cx:pt idx="5760">0.90887768633821109</cx:pt>
          <cx:pt idx="5761">0.75637904818797863</cx:pt>
          <cx:pt idx="5762">0.85308827683451338</cx:pt>
          <cx:pt idx="5763">0.79184378865767457</cx:pt>
          <cx:pt idx="5764">0.80012595906455097</cx:pt>
          <cx:pt idx="5765">0.62427528999299842</cx:pt>
          <cx:pt idx="5766">0.74131301947286654</cx:pt>
          <cx:pt idx="5767">0.83195345655727659</cx:pt>
          <cx:pt idx="5768">0.62393410681774675</cx:pt>
          <cx:pt idx="5769">0.67895764565775452</cx:pt>
          <cx:pt idx="5770">0.81960478452706664</cx:pt>
          <cx:pt idx="5771">0.62376627664480433</cx:pt>
          <cx:pt idx="5772">0.90293194563615242</cx:pt>
          <cx:pt idx="5773">0.71693567993220153</cx:pt>
          <cx:pt idx="5774">0.88169198131220849</cx:pt>
          <cx:pt idx="5775">0.88188914167870924</cx:pt>
          <cx:pt idx="5776">0.45208106177872909</cx:pt>
          <cx:pt idx="5777">0.78129897110337465</cx:pt>
          <cx:pt idx="5778">0.72343909257672412</cx:pt>
          <cx:pt idx="5779">0.9069559937001207</cx:pt>
          <cx:pt idx="5780">0.89407190952368742</cx:pt>
          <cx:pt idx="5781">0.87921938232489161</cx:pt>
          <cx:pt idx="5782">0.82702228724160975</cx:pt>
          <cx:pt idx="5783">0.79670143085997314</cx:pt>
          <cx:pt idx="5784">0.86996979198122748</cx:pt>
          <cx:pt idx="5785">0.9041461501841106</cx:pt>
          <cx:pt idx="5786">0.38915337410691503</cx:pt>
          <cx:pt idx="5787">0.75021243593210341</cx:pt>
          <cx:pt idx="5788">0.75796891968603364</cx:pt>
          <cx:pt idx="5789">0.83900216495207935</cx:pt>
          <cx:pt idx="5790">0.81152179882816011</cx:pt>
          <cx:pt idx="5791">0.74375049001310456</cx:pt>
          <cx:pt idx="5792">0.80507769867051004</cx:pt>
          <cx:pt idx="5793">0.84212491622686481</cx:pt>
          <cx:pt idx="5794">0.84122225243107529</cx:pt>
          <cx:pt idx="5795">0.83299253262070461</cx:pt>
          <cx:pt idx="5796">0.87751315063729241</cx:pt>
          <cx:pt idx="5797">0.77054192407194888</cx:pt>
          <cx:pt idx="5798">0.82277668091767453</cx:pt>
          <cx:pt idx="5799">0.83312251536864079</cx:pt>
          <cx:pt idx="5800">0.8951608454983716</cx:pt>
          <cx:pt idx="5801">0.87728237617752536</cx:pt>
          <cx:pt idx="5802">0.71362619665399274</cx:pt>
          <cx:pt idx="5803">0.82378411276296193</cx:pt>
          <cx:pt idx="5804">0.90440383923667866</cx:pt>
          <cx:pt idx="5805">0.59755334315056974</cx:pt>
          <cx:pt idx="5806">0.85425850811070414</cx:pt>
          <cx:pt idx="5807">0.83403970729626042</cx:pt>
          <cx:pt idx="5808">0.56269107303683719</cx:pt>
          <cx:pt idx="5809">0.9493793509306403</cx:pt>
          <cx:pt idx="5810">0.91482501900220703</cx:pt>
          <cx:pt idx="5811">0.70618574311606697</cx:pt>
          <cx:pt idx="5812">0.55502207044860907</cx:pt>
          <cx:pt idx="5813">0.85694864175214769</cx:pt>
          <cx:pt idx="5814">0.86983695352212753</cx:pt>
          <cx:pt idx="5815">0.8545867924158157</cx:pt>
          <cx:pt idx="5816">0.87078263959539925</cx:pt>
          <cx:pt idx="5817">0.525949075073461</cx:pt>
          <cx:pt idx="5818">0.78541217820906128</cx:pt>
          <cx:pt idx="5819">0.59214483289878506</cx:pt>
          <cx:pt idx="5820">0.48348741245721155</cx:pt>
          <cx:pt idx="5821">0.91090079327924389</cx:pt>
          <cx:pt idx="5822">0.87811370784763887</cx:pt>
          <cx:pt idx="5823">0.62563783224771241</cx:pt>
          <cx:pt idx="5824">0.86749504922891285</cx:pt>
          <cx:pt idx="5825">0.66769825749092937</cx:pt>
          <cx:pt idx="5826">0.86310897198732817</cx:pt>
          <cx:pt idx="5827">0.90898179886886366</cx:pt>
          <cx:pt idx="5828">0.74486666943441349</cx:pt>
          <cx:pt idx="5829">0.85775913220960565</cx:pt>
          <cx:pt idx="5830">0.61528815635634437</cx:pt>
          <cx:pt idx="5831">0.88125540646477096</cx:pt>
          <cx:pt idx="5832">0.91369696555161473</cx:pt>
          <cx:pt idx="5833">0.6211812274235019</cx:pt>
          <cx:pt idx="5834">0.91413915077322494</cx:pt>
          <cx:pt idx="5835">0.8904869520955907</cx:pt>
          <cx:pt idx="5836">0.91269859090171723</cx:pt>
          <cx:pt idx="5837">0.9110413418472435</cx:pt>
          <cx:pt idx="5838">0.73540725513481919</cx:pt>
          <cx:pt idx="5839">0.87094798243328342</cx:pt>
          <cx:pt idx="5840">0.24196951884403062</cx:pt>
          <cx:pt idx="5841">0.75735513938630272</cx:pt>
          <cx:pt idx="5842">0.41873315874410455</cx:pt>
          <cx:pt idx="5843">0.83560014063813393</cx:pt>
          <cx:pt idx="5844">0.81201707220826214</cx:pt>
          <cx:pt idx="5845">0.81934711208825084</cx:pt>
          <cx:pt idx="5846">0.24438275946303503</cx:pt>
          <cx:pt idx="5847">0.91605967438966818</cx:pt>
          <cx:pt idx="5848">0.57978137431522137</cx:pt>
          <cx:pt idx="5849">0.50727042607369843</cx:pt>
          <cx:pt idx="5850">0.77485819243160492</cx:pt>
          <cx:pt idx="5851">0.89436426768070876</cx:pt>
          <cx:pt idx="5852">0.74038150834873917</cx:pt>
          <cx:pt idx="5853">0.85423750911502738</cx:pt>
          <cx:pt idx="5854">0.39577636376048558</cx:pt>
          <cx:pt idx="5855">0.78169252663450017</cx:pt>
          <cx:pt idx="5856">0.23712395599899655</cx:pt>
          <cx:pt idx="5857">0.89293963698542778</cx:pt>
          <cx:pt idx="5858">0.86844464689036072</cx:pt>
          <cx:pt idx="5859">0.806706081390687</cx:pt>
          <cx:pt idx="5860">0.83276775338083342</cx:pt>
          <cx:pt idx="5861">0.62311011203903643</cx:pt>
          <cx:pt idx="5862">0.83524011014006194</cx:pt>
          <cx:pt idx="5863">0.51003115617114936</cx:pt>
          <cx:pt idx="5864">0.64929834820984156</cx:pt>
          <cx:pt idx="5865">0.91085659795038376</cx:pt>
          <cx:pt idx="5866">0.87533233810557087</cx:pt>
          <cx:pt idx="5867">0.83967996709177084</cx:pt>
          <cx:pt idx="5868">0.38948624405840188</cx:pt>
          <cx:pt idx="5869">0.84005178392451429</cx:pt>
          <cx:pt idx="5870">0.81464025934711559</cx:pt>
          <cx:pt idx="5871">0.83716827949345607</cx:pt>
          <cx:pt idx="5872">0.25268422966819637</cx:pt>
          <cx:pt idx="5873">0.71797559500852792</cx:pt>
          <cx:pt idx="5874">0.29731643590692319</cx:pt>
          <cx:pt idx="5875">0.86383230418519996</cx:pt>
          <cx:pt idx="5876">0.88531167500131647</cx:pt>
          <cx:pt idx="5877">0.873210439195934</cx:pt>
          <cx:pt idx="5878">0.90605358789002488</cx:pt>
          <cx:pt idx="5879">0.93210829022668007</cx:pt>
          <cx:pt idx="5880">0.81516936236138671</cx:pt>
          <cx:pt idx="5881">0.69575974520908346</cx:pt>
          <cx:pt idx="5882">0.84037519896206492</cx:pt>
          <cx:pt idx="5883">0.34395021651879071</cx:pt>
          <cx:pt idx="5884">0.89022134727207325</cx:pt>
          <cx:pt idx="5885">0.88206378558978094</cx:pt>
          <cx:pt idx="5886">0.69257020964117322</cx:pt>
          <cx:pt idx="5887">0.9102341984481308</cx:pt>
          <cx:pt idx="5888">0.85303538426958436</cx:pt>
          <cx:pt idx="5889">0.54579276707531432</cx:pt>
          <cx:pt idx="5890">0.91087624521673605</cx:pt>
          <cx:pt idx="5891">0.74647943688322382</cx:pt>
          <cx:pt idx="5892">0.9139665019566714</cx:pt>
          <cx:pt idx="5893">0.9020089627484954</cx:pt>
          <cx:pt idx="5894">0.75133834057423354</cx:pt>
          <cx:pt idx="5895">0.75229272526843072</cx:pt>
          <cx:pt idx="5896">0.56940628959305661</cx:pt>
          <cx:pt idx="5897">0.84438523465726367</cx:pt>
          <cx:pt idx="5898">0.89746648607459656</cx:pt>
          <cx:pt idx="5899">0.77205519646888443</cx:pt>
          <cx:pt idx="5900">0.8631877603621535</cx:pt>
          <cx:pt idx="5901">0.83302856583762142</cx:pt>
          <cx:pt idx="5902">0.83969066037296181</cx:pt>
          <cx:pt idx="5903">0.87656537889569341</cx:pt>
          <cx:pt idx="5904">0.62896465546798208</cx:pt>
          <cx:pt idx="5905">0.90331081722645501</cx:pt>
          <cx:pt idx="5906">0.23309371246731586</cx:pt>
          <cx:pt idx="5907">0.69266800330221889</cx:pt>
          <cx:pt idx="5908">0.8933007994550648</cx:pt>
          <cx:pt idx="5909">0.55433506963387624</cx:pt>
          <cx:pt idx="5910">0.74610917485719042</cx:pt>
          <cx:pt idx="5911">0.86340711345833476</cx:pt>
          <cx:pt idx="5912">0.70492343101156807</cx:pt>
          <cx:pt idx="5913">0.74028889590898939</cx:pt>
          <cx:pt idx="5914">0.89456843649203621</cx:pt>
          <cx:pt idx="5915">0.86131720818422475</cx:pt>
          <cx:pt idx="5916">0.8617836345560832</cx:pt>
          <cx:pt idx="5917">0.95100444068461409</cx:pt>
          <cx:pt idx="5918">0.70816926623534526</cx:pt>
          <cx:pt idx="5919">0.59317951120837942</cx:pt>
          <cx:pt idx="5920">0.83445366723374037</cx:pt>
          <cx:pt idx="5921">0.89493613568322483</cx:pt>
          <cx:pt idx="5922">0.66376628265063198</cx:pt>
          <cx:pt idx="5923">0.60821177153152384</cx:pt>
          <cx:pt idx="5924">0.19720365321926525</cx:pt>
          <cx:pt idx="5925">0.4573007880635116</cx:pt>
          <cx:pt idx="5926">0.89471381013738127</cx:pt>
          <cx:pt idx="5927">0.62744393953699229</cx:pt>
          <cx:pt idx="5928">0.92106177698495217</cx:pt>
          <cx:pt idx="5929">0.83658320450461943</cx:pt>
          <cx:pt idx="5930">0.90091084237246954</cx:pt>
          <cx:pt idx="5931">0.78095703784722748</cx:pt>
          <cx:pt idx="5932">0.8742656821636271</cx:pt>
          <cx:pt idx="5933">0.83350282343157067</cx:pt>
          <cx:pt idx="5934">0.85040791684812445</cx:pt>
          <cx:pt idx="5935">0.59375698366740726</cx:pt>
          <cx:pt idx="5936">0.86376600365762424</cx:pt>
          <cx:pt idx="5937">0.84088442293587884</cx:pt>
          <cx:pt idx="5938">0.78376932316987458</cx:pt>
          <cx:pt idx="5939">0.78041343691405052</cx:pt>
          <cx:pt idx="5940">0.70593056710230517</cx:pt>
          <cx:pt idx="5941">0.83221867414311668</cx:pt>
          <cx:pt idx="5942">0.43441392831979425</cx:pt>
          <cx:pt idx="5943">0.86882726478874084</cx:pt>
          <cx:pt idx="5944">0.90981132347814064</cx:pt>
          <cx:pt idx="5945">0.90860403757271335</cx:pt>
          <cx:pt idx="5946">0.87049534470072421</cx:pt>
          <cx:pt idx="5947">0.88484457893460244</cx:pt>
          <cx:pt idx="5948">0.49333308327860664</cx:pt>
          <cx:pt idx="5949">0.64724263071143018</cx:pt>
          <cx:pt idx="5950">0.87102446521964039</cx:pt>
          <cx:pt idx="5951">0.88334124006711978</cx:pt>
          <cx:pt idx="5952">0.83826412865687627</cx:pt>
          <cx:pt idx="5953">0.87153242710822376</cx:pt>
          <cx:pt idx="5954">0.92880158767573551</cx:pt>
          <cx:pt idx="5955">0.9310567633735688</cx:pt>
          <cx:pt idx="5956">0.76338128751390699</cx:pt>
          <cx:pt idx="5957">0.52899905319108187</cx:pt>
          <cx:pt idx="5958">0.87796666626077191</cx:pt>
          <cx:pt idx="5959">0.89257912646904858</cx:pt>
          <cx:pt idx="5960">0.90983407455358611</cx:pt>
          <cx:pt idx="5961">0.90258804924164304</cx:pt>
          <cx:pt idx="5962">0.89452756033674785</cx:pt>
          <cx:pt idx="5963">0.77593694038048966</cx:pt>
          <cx:pt idx="5964">0.65663457008352055</cx:pt>
          <cx:pt idx="5965">0.83844170906631188</cx:pt>
          <cx:pt idx="5966">0.67677345677651679</cx:pt>
          <cx:pt idx="5967">0.86039002175278567</cx:pt>
          <cx:pt idx="5968">0.66851478910244522</cx:pt>
          <cx:pt idx="5969">0.8898270220187483</cx:pt>
          <cx:pt idx="5970">0.81166429937536722</cx:pt>
          <cx:pt idx="5971">0.55225384773436925</cx:pt>
          <cx:pt idx="5972">0.81770911749644581</cx:pt>
          <cx:pt idx="5973">0.85529339243727309</cx:pt>
          <cx:pt idx="5974">0.94620494743038841</cx:pt>
          <cx:pt idx="5975">0.90300882798831705</cx:pt>
          <cx:pt idx="5976">0.86812320203362747</cx:pt>
          <cx:pt idx="5977">0.2320393524894919</cx:pt>
          <cx:pt idx="5978">0.75492394662583095</cx:pt>
          <cx:pt idx="5979">0.87432640025732578</cx:pt>
          <cx:pt idx="5980">0.64247439316387633</cx:pt>
          <cx:pt idx="5981">0.54575404891472634</cx:pt>
          <cx:pt idx="5982">0.9251932626816608</cx:pt>
          <cx:pt idx="5983">0.87051674039909888</cx:pt>
          <cx:pt idx="5984">0.9155274940111976</cx:pt>
          <cx:pt idx="5985">0.6074030553628843</cx:pt>
          <cx:pt idx="5986">0.86367498768662998</cx:pt>
          <cx:pt idx="5987">0.39962077808374669</cx:pt>
          <cx:pt idx="5988">0.78604680642835978</cx:pt>
          <cx:pt idx="5989">0.83680395442700495</cx:pt>
          <cx:pt idx="5990">0.62341603496455311</cx:pt>
          <cx:pt idx="5991">0.94159053394165737</cx:pt>
          <cx:pt idx="5992">0.81863247047041365</cx:pt>
          <cx:pt idx="5993">0.88652702177358378</cx:pt>
          <cx:pt idx="5994">0.8366687045950445</cx:pt>
          <cx:pt idx="5995">0.87023020177396793</cx:pt>
          <cx:pt idx="5996">0.85786653576080163</cx:pt>
          <cx:pt idx="5997">0.85622859097958037</cx:pt>
          <cx:pt idx="5998">0.80385945873003151</cx:pt>
          <cx:pt idx="5999">0.8935105980114636</cx:pt>
          <cx:pt idx="6000">0.85587310335985289</cx:pt>
          <cx:pt idx="6001">0.87166096754364719</cx:pt>
          <cx:pt idx="6002">0.85217457057540458</cx:pt>
          <cx:pt idx="6003">0.93274087614948697</cx:pt>
          <cx:pt idx="6004">0.87593310624670362</cx:pt>
          <cx:pt idx="6005">0.48670665852552075</cx:pt>
          <cx:pt idx="6006">0.79773343313025191</cx:pt>
          <cx:pt idx="6007">0.84077276637732357</cx:pt>
          <cx:pt idx="6008">0.92548274432326283</cx:pt>
          <cx:pt idx="6009">0.9070347002857676</cx:pt>
          <cx:pt idx="6010">0.81195963064521204</cx:pt>
          <cx:pt idx="6011">0.84025231364643493</cx:pt>
          <cx:pt idx="6012">0.78253815043379249</cx:pt>
          <cx:pt idx="6013">0.94543109997588126</cx:pt>
          <cx:pt idx="6014">0.91230282567012666</cx:pt>
          <cx:pt idx="6015">0.88052261702631773</cx:pt>
          <cx:pt idx="6016">0.45127515110515831</cx:pt>
          <cx:pt idx="6017">0.38582224555350597</cx:pt>
          <cx:pt idx="6018">0.56389877402795552</cx:pt>
          <cx:pt idx="6019">0.91199762404943319</cx:pt>
          <cx:pt idx="6020">0.41184698874175318</cx:pt>
          <cx:pt idx="6021">0.66582473517160168</cx:pt>
          <cx:pt idx="6022">0.94595535909665796</cx:pt>
          <cx:pt idx="6023">0.85983177158821522</cx:pt>
          <cx:pt idx="6024">0.83310515711496425</cx:pt>
          <cx:pt idx="6025">0.90377073364536109</cx:pt>
          <cx:pt idx="6026">0.82047599546810679</cx:pt>
          <cx:pt idx="6027">0.6945702007114517</cx:pt>
          <cx:pt idx="6028">0.91144014940059226</cx:pt>
          <cx:pt idx="6029">0.7673072853666778</cx:pt>
          <cx:pt idx="6030">0.49428922063851466</cx:pt>
          <cx:pt idx="6031">0.6376094430278183</cx:pt>
          <cx:pt idx="6032">0.870696958563833</cx:pt>
          <cx:pt idx="6033">0.68465475192845682</cx:pt>
          <cx:pt idx="6034">0.85819302806427844</cx:pt>
          <cx:pt idx="6035">0.94358848582160837</cx:pt>
          <cx:pt idx="6036">0.89149890757106109</cx:pt>
          <cx:pt idx="6037">0.66647183275791477</cx:pt>
          <cx:pt idx="6038">0.87072775794345159</cx:pt>
          <cx:pt idx="6039">0.87697217172062503</cx:pt>
          <cx:pt idx="6040">0.39490948768727019</cx:pt>
          <cx:pt idx="6041">0.87265684560309431</cx:pt>
          <cx:pt idx="6042">0.89107861528938215</cx:pt>
          <cx:pt idx="6043">0.90824328786083663</cx:pt>
          <cx:pt idx="6044">0.71983507654870604</cx:pt>
          <cx:pt idx="6045">0.90438429528693021</cx:pt>
          <cx:pt idx="6046">0.64172807370333573</cx:pt>
          <cx:pt idx="6047">0.86957355616110943</cx:pt>
          <cx:pt idx="6048">0.94797447259575107</cx:pt>
          <cx:pt idx="6049">0.90731423608131034</cx:pt>
          <cx:pt idx="6050">0.94893298929285719</cx:pt>
          <cx:pt idx="6051">0.87032750290586414</cx:pt>
          <cx:pt idx="6052">0.83657351201610097</cx:pt>
          <cx:pt idx="6053">0.92775579848998124</cx:pt>
          <cx:pt idx="6054">0.87565523491561592</cx:pt>
          <cx:pt idx="6055">0.87688059930922924</cx:pt>
          <cx:pt idx="6056">0.64074007370232733</cx:pt>
          <cx:pt idx="6057">0.68395606533312236</cx:pt>
          <cx:pt idx="6058">0.91161236291551506</cx:pt>
          <cx:pt idx="6059">0.87101588899779248</cx:pt>
          <cx:pt idx="6060">0.90042940110105041</cx:pt>
          <cx:pt idx="6061">0.89848732926186425</cx:pt>
          <cx:pt idx="6062">0.5504518361053875</cx:pt>
          <cx:pt idx="6063">0.59200134020004846</cx:pt>
          <cx:pt idx="6064">0.91474246014066507</cx:pt>
          <cx:pt idx="6065">0.83278142928978371</cx:pt>
          <cx:pt idx="6066">0.90930057140443032</cx:pt>
          <cx:pt idx="6067">0.89726372477719274</cx:pt>
          <cx:pt idx="6068">0.32425907100390072</cx:pt>
          <cx:pt idx="6069">0.39861920009951402</cx:pt>
          <cx:pt idx="6070">0.75376839745272151</cx:pt>
          <cx:pt idx="6071">0.86728681733262081</cx:pt>
          <cx:pt idx="6072">0.77931246257568443</cx:pt>
          <cx:pt idx="6073">0.64689004653991855</cx:pt>
          <cx:pt idx="6074">0.76824294643006996</cx:pt>
          <cx:pt idx="6075">0.89705362994433757</cx:pt>
          <cx:pt idx="6076">0.89944049564018402</cx:pt>
          <cx:pt idx="6077">0.81525399519754616</cx:pt>
          <cx:pt idx="6078">0.72909330869221189</cx:pt>
          <cx:pt idx="6079">0.89840723448805115</cx:pt>
          <cx:pt idx="6080">0.86114577091265576</cx:pt>
          <cx:pt idx="6081">0.9134941934905022</cx:pt>
          <cx:pt idx="6082">0.85931966343132793</cx:pt>
          <cx:pt idx="6083">0.53005583745823004</cx:pt>
          <cx:pt idx="6084">0.9161938430478026</cx:pt>
          <cx:pt idx="6085">0.68725218502594154</cx:pt>
          <cx:pt idx="6086">0.80568397263370606</cx:pt>
          <cx:pt idx="6087">0.91194872537985594</cx:pt>
          <cx:pt idx="6088">0.90757346106887171</cx:pt>
          <cx:pt idx="6089">0.81292928320476487</cx:pt>
          <cx:pt idx="6090">0.62494876952521594</cx:pt>
          <cx:pt idx="6091">0.87271821419563833</cx:pt>
          <cx:pt idx="6092">0.6633868656266787</cx:pt>
          <cx:pt idx="6093">0.74207974626980056</cx:pt>
          <cx:pt idx="6094">0.87190913559879246</cx:pt>
          <cx:pt idx="6095">0.87029764338920834</cx:pt>
          <cx:pt idx="6096">0.38574932843380838</cx:pt>
          <cx:pt idx="6097">0.85827318664731755</cx:pt>
          <cx:pt idx="6098">0.62902306917513906</cx:pt>
          <cx:pt idx="6099">0.7729969644907263</cx:pt>
          <cx:pt idx="6100">0.93630915059293307</cx:pt>
          <cx:pt idx="6101">0.6291783662572551</cx:pt>
          <cx:pt idx="6102">0.87482757184357207</cx:pt>
          <cx:pt idx="6103">0.92743571696972549</cx:pt>
          <cx:pt idx="6104">0.82338571264138938</cx:pt>
          <cx:pt idx="6105">0.87408085273767566</cx:pt>
          <cx:pt idx="6106">0.5624548940363282</cx:pt>
          <cx:pt idx="6107">0.765591418006214</cx:pt>
          <cx:pt idx="6108">0.29034952354351773</cx:pt>
          <cx:pt idx="6109">0.86087534676979272</cx:pt>
          <cx:pt idx="6110">0.86176366304712559</cx:pt>
          <cx:pt idx="6111">0.86297374154881923</cx:pt>
          <cx:pt idx="6112">0.87601742210424993</cx:pt>
          <cx:pt idx="6113">0.86840787834406874</cx:pt>
          <cx:pt idx="6114">0.68358934325628551</cx:pt>
          <cx:pt idx="6115">0.83376654099258229</cx:pt>
          <cx:pt idx="6116">0.34187418510307216</cx:pt>
          <cx:pt idx="6117">0.61246026618000904</cx:pt>
          <cx:pt idx="6118">0.34979572745969834</cx:pt>
          <cx:pt idx="6119">0.49894615054262614</cx:pt>
          <cx:pt idx="6120">0.83473042429480504</cx:pt>
          <cx:pt idx="6121">0.85864761349484531</cx:pt>
          <cx:pt idx="6122">0.90691581442470781</cx:pt>
          <cx:pt idx="6123">0.89462582863125983</cx:pt>
          <cx:pt idx="6124">0.92137866108370303</cx:pt>
          <cx:pt idx="6125">0.90372053299567401</cx:pt>
          <cx:pt idx="6126">0.83657929882279747</cx:pt>
          <cx:pt idx="6127">0.70333402035816917</cx:pt>
          <cx:pt idx="6128">0.81525566115377657</cx:pt>
          <cx:pt idx="6129">0.40167178725693259</cx:pt>
          <cx:pt idx="6130">0.71915275310519522</cx:pt>
          <cx:pt idx="6131">0.86826328401359787</cx:pt>
          <cx:pt idx="6132">0.87188161452504576</cx:pt>
          <cx:pt idx="6133">0.78196578190309529</cx:pt>
          <cx:pt idx="6134">0.89082318437006347</cx:pt>
          <cx:pt idx="6135">0.86013496373949694</cx:pt>
          <cx:pt idx="6136">0.7574264239344155</cx:pt>
          <cx:pt idx="6137">0.78199019576132356</cx:pt>
          <cx:pt idx="6138">0.49437165932669147</cx:pt>
          <cx:pt idx="6139">0.6276747293310897</cx:pt>
          <cx:pt idx="6140">0.38463364991234195</cx:pt>
          <cx:pt idx="6141">0.87546879300441105</cx:pt>
          <cx:pt idx="6142">0.89596587994710131</cx:pt>
          <cx:pt idx="6143">0.46804279189854847</cx:pt>
          <cx:pt idx="6144">0.91186900659870584</cx:pt>
          <cx:pt idx="6145">0.64555671065820652</cx:pt>
          <cx:pt idx="6146">0.8688244016699751</cx:pt>
          <cx:pt idx="6147">0.57792019074851786</cx:pt>
          <cx:pt idx="6148">0.83932758901142701</cx:pt>
          <cx:pt idx="6149">0.8526544900772236</cx:pt>
          <cx:pt idx="6150">0.88709388973149317</cx:pt>
          <cx:pt idx="6151">0.90605508818650349</cx:pt>
          <cx:pt idx="6152">0.67297464118334638</cx:pt>
          <cx:pt idx="6153">0.81040707662861289</cx:pt>
          <cx:pt idx="6154">0.76600614033937575</cx:pt>
          <cx:pt idx="6155">0.26155942529913756</cx:pt>
          <cx:pt idx="6156">0.44949399985681204</cx:pt>
          <cx:pt idx="6157">0.93364806621557339</cx:pt>
          <cx:pt idx="6158">0.86948562410318309</cx:pt>
          <cx:pt idx="6159">0.90552741865572395</cx:pt>
          <cx:pt idx="6160">0.87614762674334423</cx:pt>
          <cx:pt idx="6161">0.32103726041223984</cx:pt>
          <cx:pt idx="6162">0.8152805789311327</cx:pt>
          <cx:pt idx="6163">0.76592275648023289</cx:pt>
          <cx:pt idx="6164">0.82615273861351846</cx:pt>
          <cx:pt idx="6165">0.60183650267828881</cx:pt>
          <cx:pt idx="6166">0.69857749806199987</cx:pt>
          <cx:pt idx="6167">0.82268244724810857</cx:pt>
          <cx:pt idx="6168">0.85611606348191682</cx:pt>
          <cx:pt idx="6169">0.89089860033202539</cx:pt>
          <cx:pt idx="6170">0.70020443265966481</cx:pt>
          <cx:pt idx="6171">0.89532528688543733</cx:pt>
          <cx:pt idx="6172">0.54950926609793105</cx:pt>
          <cx:pt idx="6173">0.82424123709010466</cx:pt>
          <cx:pt idx="6174">0.84034167153107431</cx:pt>
          <cx:pt idx="6175">0.8319774791207325</cx:pt>
          <cx:pt idx="6176">0.76507624860238854</cx:pt>
          <cx:pt idx="6177">0.86108350384966426</cx:pt>
          <cx:pt idx="6178">0.86063430455073087</cx:pt>
          <cx:pt idx="6179">0.36371306480816212</cx:pt>
          <cx:pt idx="6180">0.64217241237383549</cx:pt>
          <cx:pt idx="6181">0.86923901582101182</cx:pt>
          <cx:pt idx="6182">0.82857001448922052</cx:pt>
          <cx:pt idx="6183">0.85457685234911307</cx:pt>
          <cx:pt idx="6184">0.53177698731111056</cx:pt>
          <cx:pt idx="6185">0.86098801088155652</cx:pt>
          <cx:pt idx="6186">0.88323047148288691</cx:pt>
          <cx:pt idx="6187">0.74875029477991306</cx:pt>
          <cx:pt idx="6188">0.68228332252271751</cx:pt>
          <cx:pt idx="6189">0.83530594866375707</cx:pt>
          <cx:pt idx="6190">0.66420441977709899</cx:pt>
          <cx:pt idx="6191">0.63068868928011679</cx:pt>
          <cx:pt idx="6192">0.70463146005630128</cx:pt>
          <cx:pt idx="6193">0.88075087484863179</cx:pt>
          <cx:pt idx="6194">0.90432608320260699</cx:pt>
          <cx:pt idx="6195">0.60821505878768656</cx:pt>
          <cx:pt idx="6196">0.85489022084758992</cx:pt>
          <cx:pt idx="6197">0.87078247245989815</cx:pt>
          <cx:pt idx="6198">0.82197925718051501</cx:pt>
          <cx:pt idx="6199">0.88525469101930476</cx:pt>
          <cx:pt idx="6200">0.59368486865886871</cx:pt>
          <cx:pt idx="6201">0.66994207707250197</cx:pt>
          <cx:pt idx="6202">0.81169778868442832</cx:pt>
          <cx:pt idx="6203">0.89056866412195934</cx:pt>
          <cx:pt idx="6204">0.48980278109253911</cx:pt>
          <cx:pt idx="6205">0.64643653855505945</cx:pt>
          <cx:pt idx="6206">0.46545035645562943</cx:pt>
          <cx:pt idx="6207">0.81997314380791497</cx:pt>
          <cx:pt idx="6208">0.74344853648543041</cx:pt>
          <cx:pt idx="6209">0.49690458637448265</cx:pt>
          <cx:pt idx="6210">0.89146157191848441</cx:pt>
          <cx:pt idx="6211">0.85892087488074575</cx:pt>
          <cx:pt idx="6212">0.57594805554557604</cx:pt>
          <cx:pt idx="6213">0.87535803533201517</cx:pt>
          <cx:pt idx="6214">0.89166146143288372</cx:pt>
          <cx:pt idx="6215">0.88577088903792189</cx:pt>
          <cx:pt idx="6216">0.85619853420246816</cx:pt>
          <cx:pt idx="6217">0.89792266505422647</cx:pt>
          <cx:pt idx="6218">0.57596607092610685</cx:pt>
          <cx:pt idx="6219">0.85861015094518423</cx:pt>
          <cx:pt idx="6220">0.89719760613046462</cx:pt>
          <cx:pt idx="6221">0.77179072677642213</cx:pt>
          <cx:pt idx="6222">0.88486831244124853</cx:pt>
          <cx:pt idx="6223">0.63728800863991952</cx:pt>
          <cx:pt idx="6224">0.9265413651360116</cx:pt>
          <cx:pt idx="6225">0.8557829189942725</cx:pt>
          <cx:pt idx="6226">0.82392584109467193</cx:pt>
          <cx:pt idx="6227">0.56357585522501308</cx:pt>
          <cx:pt idx="6228">0.48680825581088633</cx:pt>
          <cx:pt idx="6229">0.87321707312945007</cx:pt>
          <cx:pt idx="6230">0.94699037741196712</cx:pt>
          <cx:pt idx="6231">0.6594082397244021</cx:pt>
          <cx:pt idx="6232">0.94816431013902958</cx:pt>
          <cx:pt idx="6233">0.49381053521318102</cx:pt>
          <cx:pt idx="6234">0.72893805318025284</cx:pt>
          <cx:pt idx="6235">0.80135051540865421</cx:pt>
          <cx:pt idx="6236">0.57283348059950712</cx:pt>
          <cx:pt idx="6237">0.83996757858472149</cx:pt>
          <cx:pt idx="6238">0.56952439931894205</cx:pt>
          <cx:pt idx="6239">0.87493743555676062</cx:pt>
          <cx:pt idx="6240">0.78101227207078827</cx:pt>
          <cx:pt idx="6241">0.90571743538977201</cx:pt>
          <cx:pt idx="6242">0.90427058718178532</cx:pt>
          <cx:pt idx="6243">0.94973466505693349</cx:pt>
          <cx:pt idx="6244">0.81936961062239044</cx:pt>
          <cx:pt idx="6245">0.83691942686463017</cx:pt>
          <cx:pt idx="6246">0.86298828195776744</cx:pt>
          <cx:pt idx="6247">0.85653425710086983</cx:pt>
          <cx:pt idx="6248">0.86031975449883968</cx:pt>
          <cx:pt idx="6249">0.88735916113940316</cx:pt>
          <cx:pt idx="6250">0.88124378989963048</cx:pt>
          <cx:pt idx="6251">0.86038045420414644</cx:pt>
          <cx:pt idx="6252">0.65993003178089271</cx:pt>
          <cx:pt idx="6253">0.80140122295658944</cx:pt>
          <cx:pt idx="6254">0.89334886895918297</cx:pt>
          <cx:pt idx="6255">0.91158511337979575</cx:pt>
          <cx:pt idx="6256">0.43376355184110171</cx:pt>
          <cx:pt idx="6257">0.86940551076722172</cx:pt>
          <cx:pt idx="6258">0.85747584580111569</cx:pt>
          <cx:pt idx="6259">0.6489357879166735</cx:pt>
          <cx:pt idx="6260">0.85161312619027485</cx:pt>
          <cx:pt idx="6261">0.86217787349267749</cx:pt>
          <cx:pt idx="6262">0.87515083369976654</cx:pt>
          <cx:pt idx="6263">0.75038204244313678</cx:pt>
          <cx:pt idx="6264">0.85464256267056304</cx:pt>
          <cx:pt idx="6265">0.85797192108351583</cx:pt>
          <cx:pt idx="6266">0.37673894120228579</cx:pt>
          <cx:pt idx="6267">0.90347757906116977</cx:pt>
          <cx:pt idx="6268">0.74215977390424692</cx:pt>
          <cx:pt idx="6269">0.88463156420662548</cx:pt>
          <cx:pt idx="6270">0.87404460841782639</cx:pt>
          <cx:pt idx="6271">0.67763783074052619</cx:pt>
          <cx:pt idx="6272">0.87598224278260017</cx:pt>
          <cx:pt idx="6273">0.88909750231521156</cx:pt>
          <cx:pt idx="6274">0.56831483524375837</cx:pt>
          <cx:pt idx="6275">0.72833217202382006</cx:pt>
          <cx:pt idx="6276">0.8745856355576952</cx:pt>
          <cx:pt idx="6277">0.41029767759537134</cx:pt>
          <cx:pt idx="6278">0.87626460873316003</cx:pt>
          <cx:pt idx="6279">0.91176044252993504</cx:pt>
          <cx:pt idx="6280">0.52043954465349296</cx:pt>
          <cx:pt idx="6281">0.90593466244090914</cx:pt>
          <cx:pt idx="6282">0.65116283345664816</cx:pt>
          <cx:pt idx="6283">0.88430991392961023</cx:pt>
          <cx:pt idx="6284">0.89496631703028406</cx:pt>
          <cx:pt idx="6285">0.640676973798331</cx:pt>
          <cx:pt idx="6286">0.90833781761518417</cx:pt>
          <cx:pt idx="6287">0.66157378234087594</cx:pt>
          <cx:pt idx="6288">0.32753431543354711</cx:pt>
          <cx:pt idx="6289">0.89082094287613756</cx:pt>
          <cx:pt idx="6290">0.90348196315415474</cx:pt>
          <cx:pt idx="6291">0.50018596262958137</cx:pt>
          <cx:pt idx="6292">0.83551409891744866</cx:pt>
          <cx:pt idx="6293">0.72017594906502003</cx:pt>
          <cx:pt idx="6294">0.90753288011353217</cx:pt>
          <cx:pt idx="6295">0.89183033453008853</cx:pt>
          <cx:pt idx="6296">0.87314368195732983</cx:pt>
          <cx:pt idx="6297">0.91970928817572739</cx:pt>
          <cx:pt idx="6298">0.85946959499108022</cx:pt>
          <cx:pt idx="6299">0.66776822439403727</cx:pt>
          <cx:pt idx="6300">0.71857522779206473</cx:pt>
          <cx:pt idx="6301">0.8691301076934258</cx:pt>
          <cx:pt idx="6302">0.94659021981500358</cx:pt>
          <cx:pt idx="6303">0.47433094437553563</cx:pt>
          <cx:pt idx="6304">0.86950939295530294</cx:pt>
          <cx:pt idx="6305">0.63765761770846496</cx:pt>
          <cx:pt idx="6306">0.69267523306435186</cx:pt>
          <cx:pt idx="6307">0.6105165369928045</cx:pt>
          <cx:pt idx="6308">0.70082673494862957</cx:pt>
          <cx:pt idx="6309">0.90089569747783838</cx:pt>
          <cx:pt idx="6310">0.68769015856080429</cx:pt>
          <cx:pt idx="6311">0.87026528906866718</cx:pt>
          <cx:pt idx="6312">0.83508313819831248</cx:pt>
          <cx:pt idx="6313">0.88715674864099126</cx:pt>
          <cx:pt idx="6314">0.91027108032134751</cx:pt>
          <cx:pt idx="6315">0.86301849613924431</cx:pt>
          <cx:pt idx="6316">0.82139099351322298</cx:pt>
          <cx:pt idx="6317">0.56040874675983687</cx:pt>
          <cx:pt idx="6318">0.78751990435052333</cx:pt>
          <cx:pt idx="6319">0.71403141565586026</cx:pt>
          <cx:pt idx="6320">0.76521906955053209</cx:pt>
          <cx:pt idx="6321">0.83567880305860587</cx:pt>
          <cx:pt idx="6322">0.89329416179912902</cx:pt>
          <cx:pt idx="6323">0.61115912714309062</cx:pt>
          <cx:pt idx="6324">0.61374154568572781</cx:pt>
          <cx:pt idx="6325">0.71248639654235757</cx:pt>
          <cx:pt idx="6326">0.6070366003771891</cx:pt>
          <cx:pt idx="6327">0.85759943676302552</cx:pt>
          <cx:pt idx="6328">0.77544252555613269</cx:pt>
          <cx:pt idx="6329">0.90479274095348283</cx:pt>
          <cx:pt idx="6330">0.87708566396992316</cx:pt>
          <cx:pt idx="6331">0.85903467104494513</cx:pt>
          <cx:pt idx="6332">0.56483447789255059</cx:pt>
          <cx:pt idx="6333">0.87952812827476146</cx:pt>
          <cx:pt idx="6334">0.62883916364999504</cx:pt>
          <cx:pt idx="6335">0.91131672338620318</cx:pt>
          <cx:pt idx="6336">0.78550208124114906</cx:pt>
          <cx:pt idx="6337">0.68643247532968599</cx:pt>
          <cx:pt idx="6338">0.30828474043225285</cx:pt>
          <cx:pt idx="6339">0.66898701266205307</cx:pt>
          <cx:pt idx="6340">0.87659239190389049</cx:pt>
          <cx:pt idx="6341">0.74085550631623398</cx:pt>
          <cx:pt idx="6342">0.85319049860732343</cx:pt>
          <cx:pt idx="6343">0.69959990740227873</cx:pt>
          <cx:pt idx="6344">0.18492736088283138</cx:pt>
          <cx:pt idx="6345">0.64842241443753634</cx:pt>
          <cx:pt idx="6346">0.53879929519539227</cx:pt>
          <cx:pt idx="6347">0.90661744883962891</cx:pt>
          <cx:pt idx="6348">0.90467040162743195</cx:pt>
          <cx:pt idx="6349">0.59458736204554397</cx:pt>
          <cx:pt idx="6350">0.70411003633400293</cx:pt>
          <cx:pt idx="6351">0.73367925216339935</cx:pt>
          <cx:pt idx="6352">0.89560515356273251</cx:pt>
          <cx:pt idx="6353">0.89316161201167255</cx:pt>
          <cx:pt idx="6354">0.85452911083433336</cx:pt>
          <cx:pt idx="6355">0.91066285517788692</cx:pt>
          <cx:pt idx="6356">0.20870932478879589</cx:pt>
          <cx:pt idx="6357">0.88838326937632761</cx:pt>
          <cx:pt idx="6358">0.85252929031045899</cx:pt>
          <cx:pt idx="6359">0.75184511602091797</cx:pt>
          <cx:pt idx="6360">0.83986841891329223</cx:pt>
          <cx:pt idx="6361">0.53599981666715124</cx:pt>
          <cx:pt idx="6362">0.66323832404244754</cx:pt>
          <cx:pt idx="6363">0.84026878703180219</cx:pt>
          <cx:pt idx="6364">0.65594998933562942</cx:pt>
          <cx:pt idx="6365">0.86753948284596571</cx:pt>
          <cx:pt idx="6366">0.6887501411625</cx:pt>
          <cx:pt idx="6367">0.9511261835578485</cx:pt>
          <cx:pt idx="6368">0.70806536548980048</cx:pt>
          <cx:pt idx="6369">0.90688135819050841</cx:pt>
          <cx:pt idx="6370">0.73663823812594686</cx:pt>
          <cx:pt idx="6371">0.70299461939281516</cx:pt>
          <cx:pt idx="6372">0.90678472054590775</cx:pt>
          <cx:pt idx="6373">0.80044665502038359</cx:pt>
          <cx:pt idx="6374">0.91625299160548368</cx:pt>
          <cx:pt idx="6375">0.88069321915949816</cx:pt>
          <cx:pt idx="6376">0.8531627861634008</cx:pt>
          <cx:pt idx="6377">0.91192274054375955</cx:pt>
          <cx:pt idx="6378">0.64995405566331466</cx:pt>
          <cx:pt idx="6379">0.60697079670257326</cx:pt>
          <cx:pt idx="6380">0.94056581731872091</cx:pt>
          <cx:pt idx="6381">0.69568329285087338</cx:pt>
          <cx:pt idx="6382">0.8784646954697809</cx:pt>
          <cx:pt idx="6383">0.90788620018282773</cx:pt>
          <cx:pt idx="6384">0.90128724615199651</cx:pt>
          <cx:pt idx="6385">0.85529964954652438</cx:pt>
          <cx:pt idx="6386">0.88281636738253222</cx:pt>
          <cx:pt idx="6387">0.81226139912282225</cx:pt>
          <cx:pt idx="6388">0.9072081687443041</cx:pt>
          <cx:pt idx="6389">0.32379985488231344</cx:pt>
          <cx:pt idx="6390">0.573781390343577</cx:pt>
          <cx:pt idx="6391">0.86734235664445802</cx:pt>
          <cx:pt idx="6392">0.74280556450663815</cx:pt>
          <cx:pt idx="6393">0.85610311752174861</cx:pt>
          <cx:pt idx="6394">0.5700058216065601</cx:pt>
          <cx:pt idx="6395">0.83259524180457434</cx:pt>
          <cx:pt idx="6396">0.86744728458747156</cx:pt>
          <cx:pt idx="6397">0.86097754940037952</cx:pt>
          <cx:pt idx="6398">0.88235902880560335</cx:pt>
          <cx:pt idx="6399">0.92920606217339563</cx:pt>
          <cx:pt idx="6400">0.98999999999999999</cx:pt>
          <cx:pt idx="6401">0.86169536764463373</cx:pt>
          <cx:pt idx="6402">0.31669025022127001</cx:pt>
          <cx:pt idx="6403">0.60453117677477453</cx:pt>
          <cx:pt idx="6404">0.44016122781018502</cx:pt>
          <cx:pt idx="6405">0.6494921036274337</cx:pt>
          <cx:pt idx="6406">0.83758947551949636</cx:pt>
          <cx:pt idx="6407">0.88084326388932577</cx:pt>
          <cx:pt idx="6408">0.36589763383646895</cx:pt>
          <cx:pt idx="6409">0.86897542212330969</cx:pt>
          <cx:pt idx="6410">0.83429329680720887</cx:pt>
          <cx:pt idx="6411">0.76323638210979605</cx:pt>
          <cx:pt idx="6412">0.91915661017701811</cx:pt>
          <cx:pt idx="6413">0.82106263430489013</cx:pt>
          <cx:pt idx="6414">0.83734902387760479</cx:pt>
          <cx:pt idx="6415">0.62327608461520057</cx:pt>
          <cx:pt idx="6416">0.38352076285791459</cx:pt>
          <cx:pt idx="6417">0.90616826325617761</cx:pt>
          <cx:pt idx="6418">0.80933479729405455</cx:pt>
          <cx:pt idx="6419">0.83204474850168952</cx:pt>
          <cx:pt idx="6420">0.62073320626665607</cx:pt>
          <cx:pt idx="6421">0.49273035355157557</cx:pt>
          <cx:pt idx="6422">0.26747397629637765</cx:pt>
          <cx:pt idx="6423">0.68930308344746094</cx:pt>
          <cx:pt idx="6424">0.69297339061181917</cx:pt>
          <cx:pt idx="6425">0.72667932676873981</cx:pt>
          <cx:pt idx="6426">0.87005533231345411</cx:pt>
          <cx:pt idx="6427">0.86204766655499643</cx:pt>
          <cx:pt idx="6428">0.48815156723820302</cx:pt>
          <cx:pt idx="6429">0.76337108625593286</cx:pt>
          <cx:pt idx="6430">0.87997829930886229</cx:pt>
          <cx:pt idx="6431">0.5646853460647524</cx:pt>
          <cx:pt idx="6432">0.83420001806097088</cx:pt>
          <cx:pt idx="6433">0.83571537910120297</cx:pt>
          <cx:pt idx="6434">0.62982638583876305</cx:pt>
          <cx:pt idx="6435">0.87809415499748744</cx:pt>
          <cx:pt idx="6436">0.74310651593735222</cx:pt>
          <cx:pt idx="6437">0.82216828806202491</cx:pt>
          <cx:pt idx="6438">0.68201765466909603</cx:pt>
          <cx:pt idx="6439">0.32709233131924803</cx:pt>
          <cx:pt idx="6440">0.8268282218426104</cx:pt>
          <cx:pt idx="6441">0.88312567986689205</cx:pt>
          <cx:pt idx="6442">0.89777087132757616</cx:pt>
          <cx:pt idx="6443">0.88285230653635915</cx:pt>
          <cx:pt idx="6444">0.6079237496560066</cx:pt>
          <cx:pt idx="6445">0.91066396282700646</cx:pt>
          <cx:pt idx="6446">0.86991454946459046</cx:pt>
          <cx:pt idx="6447">0.90312488821231929</cx:pt>
          <cx:pt idx="6448">0.87041936352474003</cx:pt>
          <cx:pt idx="6449">0.76619728000639709</cx:pt>
          <cx:pt idx="6450">0.84880553178701323</cx:pt>
          <cx:pt idx="6451">0.91154538986289446</cx:pt>
          <cx:pt idx="6452">0.2029928302199796</cx:pt>
          <cx:pt idx="6453">0.91197426507717483</cx:pt>
          <cx:pt idx="6454">0.53893122265867299</cx:pt>
          <cx:pt idx="6455">0.77959737867291179</cx:pt>
          <cx:pt idx="6456">0.85977751198279218</cx:pt>
          <cx:pt idx="6457">0.52924299995530111</cx:pt>
          <cx:pt idx="6458">0.55838968643560405</cx:pt>
          <cx:pt idx="6459">0.78869707404147249</cx:pt>
          <cx:pt idx="6460">0.90841932064848729</cx:pt>
          <cx:pt idx="6461">0.94703300967044668</cx:pt>
          <cx:pt idx="6462">0.88606736071703418</cx:pt>
          <cx:pt idx="6463">0.87341573545267726</cx:pt>
          <cx:pt idx="6464">0.67508229048507684</cx:pt>
          <cx:pt idx="6465">0.70840162329367073</cx:pt>
          <cx:pt idx="6466">0.92998114624031014</cx:pt>
          <cx:pt idx="6467">0.8879689607902026</cx:pt>
          <cx:pt idx="6468">0.55891267539597678</cx:pt>
          <cx:pt idx="6469">0.60275945565841571</cx:pt>
          <cx:pt idx="6470">0.87981419193880772</cx:pt>
          <cx:pt idx="6471">0.51381784120161089</cx:pt>
          <cx:pt idx="6472">0.89271683080714703</cx:pt>
          <cx:pt idx="6473">0.9333369193712272</cx:pt>
          <cx:pt idx="6474">0.83948309790720799</cx:pt>
          <cx:pt idx="6475">0.83688954811623895</cx:pt>
          <cx:pt idx="6476">0.89040344358461354</cx:pt>
          <cx:pt idx="6477">0.92025273672598407</cx:pt>
          <cx:pt idx="6478">0.22589943960172901</cx:pt>
          <cx:pt idx="6479">0.48300129359667643</cx:pt>
          <cx:pt idx="6480">0.85893301092502128</cx:pt>
          <cx:pt idx="6481">0.87287776918194837</cx:pt>
          <cx:pt idx="6482">0.82501947611449711</cx:pt>
          <cx:pt idx="6483">0.92586676795563416</cx:pt>
          <cx:pt idx="6484">0.46954968199601232</cx:pt>
          <cx:pt idx="6485">0.87663548796776336</cx:pt>
          <cx:pt idx="6486">0.86865258167519743</cx:pt>
          <cx:pt idx="6487">0.90666327285572845</cx:pt>
          <cx:pt idx="6488">0.85975530679472645</cx:pt>
          <cx:pt idx="6489">0.9126056564714714</cx:pt>
          <cx:pt idx="6490">0.70567894190789615</cx:pt>
          <cx:pt idx="6491">0.84176338179719534</cx:pt>
          <cx:pt idx="6492">0.87163095221172626</cx:pt>
          <cx:pt idx="6493">0.85065530734332306</cx:pt>
          <cx:pt idx="6494">0.78371694220377619</cx:pt>
          <cx:pt idx="6495">0.66216392925708811</cx:pt>
          <cx:pt idx="6496">0.74769568669778175</cx:pt>
          <cx:pt idx="6497">0.86934685303971571</cx:pt>
          <cx:pt idx="6498">0.91603380272781454</cx:pt>
          <cx:pt idx="6499">0.80158450554960536</cx:pt>
          <cx:pt idx="6500">0.86160510305619831</cx:pt>
          <cx:pt idx="6501">0.92490861632381904</cx:pt>
          <cx:pt idx="6502">0.46333931020824182</cx:pt>
          <cx:pt idx="6503">0.86911999083395741</cx:pt>
          <cx:pt idx="6504">0.72228951097189187</cx:pt>
          <cx:pt idx="6505">0.88336383402506502</cx:pt>
          <cx:pt idx="6506">0.66832345793522452</cx:pt>
          <cx:pt idx="6507">0.72503503577067419</cx:pt>
          <cx:pt idx="6508">0.71204893947366188</cx:pt>
          <cx:pt idx="6509">0.66585214676049975</cx:pt>
          <cx:pt idx="6510">0.7309297853737462</cx:pt>
          <cx:pt idx="6511">0.83966241898932803</cx:pt>
          <cx:pt idx="6512">0.53969727835854453</cx:pt>
          <cx:pt idx="6513">0.88051200312710065</cx:pt>
          <cx:pt idx="6514">0.70113180980953693</cx:pt>
          <cx:pt idx="6515">0.77914869602051362</cx:pt>
          <cx:pt idx="6516">0.84047868952440963</cx:pt>
          <cx:pt idx="6517">0.93459621573677187</cx:pt>
          <cx:pt idx="6518">0.89476875201167161</cx:pt>
          <cx:pt idx="6519">0.83454822527901129</cx:pt>
          <cx:pt idx="6520">0.60788964303790605</cx:pt>
          <cx:pt idx="6521">0.50855155598385826</cx:pt>
          <cx:pt idx="6522">0.87127177846008697</cx:pt>
          <cx:pt idx="6523">0.85851042411827339</cx:pt>
          <cx:pt idx="6524">0.8759567068601104</cx:pt>
          <cx:pt idx="6525">0.85044423003961833</cx:pt>
          <cx:pt idx="6526">0.8379070686406016</cx:pt>
          <cx:pt idx="6527">0.8366152120134972</cx:pt>
          <cx:pt idx="6528">0.94693287256862702</cx:pt>
          <cx:pt idx="6529">0.88195711973210666</cx:pt>
          <cx:pt idx="6530">0.8181635091591124</cx:pt>
          <cx:pt idx="6531">0.88097155828263907</cx:pt>
          <cx:pt idx="6532">0.89563475396841752</cx:pt>
          <cx:pt idx="6533">0.68584254341085549</cx:pt>
          <cx:pt idx="6534">0.90626848366202895</cx:pt>
          <cx:pt idx="6535">0.61048125333280001</cx:pt>
          <cx:pt idx="6536">0.59873865994116438</cx:pt>
          <cx:pt idx="6537">0.87159067971083448</cx:pt>
          <cx:pt idx="6538">0.90659835533913669</cx:pt>
          <cx:pt idx="6539">0.71208649932214652</cx:pt>
          <cx:pt idx="6540">0.77872882568108859</cx:pt>
          <cx:pt idx="6541">0.81343750329271991</cx:pt>
          <cx:pt idx="6542">0.68529646237588759</cx:pt>
          <cx:pt idx="6543">0.81052770185150036</cx:pt>
          <cx:pt idx="6544">0.8742614510444412</cx:pt>
          <cx:pt idx="6545">0.88512560517283767</cx:pt>
          <cx:pt idx="6546">0.83480952298894229</cx:pt>
          <cx:pt idx="6547">0.87166178762198232</cx:pt>
          <cx:pt idx="6548">0.9048966539408787</cx:pt>
          <cx:pt idx="6549">0.74772918913313835</cx:pt>
          <cx:pt idx="6550">0.77657580023002093</cx:pt>
          <cx:pt idx="6551">0.66406746625009827</cx:pt>
          <cx:pt idx="6552">0.9039848597249025</cx:pt>
          <cx:pt idx="6553">0.80422881912041777</cx:pt>
          <cx:pt idx="6554">0.59289750684359177</cx:pt>
          <cx:pt idx="6555">0.79198911846494002</cx:pt>
          <cx:pt idx="6556">0.83834605081945512</cx:pt>
          <cx:pt idx="6557">0.90620609148016973</cx:pt>
          <cx:pt idx="6558">0.80769391179433858</cx:pt>
          <cx:pt idx="6559">0.60988830305891051</cx:pt>
          <cx:pt idx="6560">0.62007522888102484</cx:pt>
          <cx:pt idx="6561">0.90805912941686584</cx:pt>
          <cx:pt idx="6562">0.83700210489241877</cx:pt>
          <cx:pt idx="6563">0.84569303501026571</cx:pt>
          <cx:pt idx="6564">0.91099892529262538</cx:pt>
          <cx:pt idx="6565">0.8858590311147766</cx:pt>
          <cx:pt idx="6566">0.60533592940012559</cx:pt>
          <cx:pt idx="6567">0.68976706505008001</cx:pt>
          <cx:pt idx="6568">0.85837558878871467</cx:pt>
          <cx:pt idx="6569">0.86815844905971173</cx:pt>
          <cx:pt idx="6570">0.83994075507259547</cx:pt>
          <cx:pt idx="6571">0.36774503907356609</cx:pt>
          <cx:pt idx="6572">0.8191203720707787</cx:pt>
          <cx:pt idx="6573">0.55223880262499847</cx:pt>
          <cx:pt idx="6574">0.78491527824332297</cx:pt>
          <cx:pt idx="6575">0.86972008846880278</cx:pt>
          <cx:pt idx="6576">0.94800355038354878</cx:pt>
          <cx:pt idx="6577">0.79429960443333425</cx:pt>
          <cx:pt idx="6578">0.85802358797735434</cx:pt>
          <cx:pt idx="6579">0.90952251183241195</cx:pt>
          <cx:pt idx="6580">0.55152061965530408</cx:pt>
          <cx:pt idx="6581">0.8546020528873649</cx:pt>
          <cx:pt idx="6582">0.89933875232762495</cx:pt>
          <cx:pt idx="6583">0.84278057524575711</cx:pt>
          <cx:pt idx="6584">0.84469240986342176</cx:pt>
          <cx:pt idx="6585">0.32756755283139621</cx:pt>
          <cx:pt idx="6586">0.61003690130902311</cx:pt>
          <cx:pt idx="6587">0.92280823276840707</cx:pt>
          <cx:pt idx="6588">0.88553845737179127</cx:pt>
          <cx:pt idx="6589">0.81791435188591</cx:pt>
          <cx:pt idx="6590">0.87340090305199436</cx:pt>
          <cx:pt idx="6591">0.56842490075566432</cx:pt>
          <cx:pt idx="6592">0.85587933426062068</cx:pt>
          <cx:pt idx="6593">0.85784026228736487</cx:pt>
          <cx:pt idx="6594">0.5874247524961953</cx:pt>
          <cx:pt idx="6595">0.9061710534834706</cx:pt>
          <cx:pt idx="6596">0.8166547331439783</cx:pt>
          <cx:pt idx="6597">0.90488659018732243</cx:pt>
          <cx:pt idx="6598">0.87520564593046923</cx:pt>
          <cx:pt idx="6599">0.93067308222186496</cx:pt>
          <cx:pt idx="6600">0.85539876954055949</cx:pt>
          <cx:pt idx="6601">0.88714343077781577</cx:pt>
          <cx:pt idx="6602">0.47352817673068348</cx:pt>
          <cx:pt idx="6603">0.89399298282378514</cx:pt>
          <cx:pt idx="6604">0.86901090407262915</cx:pt>
          <cx:pt idx="6605">0.90843396140436294</cx:pt>
          <cx:pt idx="6606">0.82188729968190621</cx:pt>
          <cx:pt idx="6607">0.87220733080645196</cx:pt>
          <cx:pt idx="6608">0.85772275433072243</cx:pt>
          <cx:pt idx="6609">0.85904451393724024</cx:pt>
          <cx:pt idx="6610">0.94793562961711886</cx:pt>
          <cx:pt idx="6611">0.72262937310466879</cx:pt>
          <cx:pt idx="6612">0.53055791482305414</cx:pt>
          <cx:pt idx="6613">0.83751521208214463</cx:pt>
          <cx:pt idx="6614">0.51605775266736842</cx:pt>
          <cx:pt idx="6615">0.86088342071895307</cx:pt>
          <cx:pt idx="6616">0.87419575675032202</cx:pt>
          <cx:pt idx="6617">0.88046931510822068</cx:pt>
          <cx:pt idx="6618">0.9171978559270596</cx:pt>
          <cx:pt idx="6619">0.87660010204663541</cx:pt>
          <cx:pt idx="6620">0.59011424964311987</cx:pt>
          <cx:pt idx="6621">0.8886831527631156</cx:pt>
          <cx:pt idx="6622">0.83595465103048827</cx:pt>
          <cx:pt idx="6623">0.92869386024277634</cx:pt>
          <cx:pt idx="6624">0.78195247195285744</cx:pt>
          <cx:pt idx="6625">0.83257240447396597</cx:pt>
          <cx:pt idx="6626">0.65557836738395148</cx:pt>
          <cx:pt idx="6627">0.68110939714473895</cx:pt>
          <cx:pt idx="6628">0.83471125919414424</cx:pt>
          <cx:pt idx="6629">0.80584392963644635</cx:pt>
          <cx:pt idx="6630">0.83553318571883839</cx:pt>
          <cx:pt idx="6631">0.95245706322671952</cx:pt>
          <cx:pt idx="6632">0.83367242448992263</cx:pt>
          <cx:pt idx="6633">0.87360373515444067</cx:pt>
          <cx:pt idx="6634">0.41405602521097745</cx:pt>
          <cx:pt idx="6635">0.91168798326062839</cx:pt>
          <cx:pt idx="6636">0.89420852703586606</cx:pt>
          <cx:pt idx="6637">0.87252137555116693</cx:pt>
          <cx:pt idx="6638">0.89236877999676412</cx:pt>
          <cx:pt idx="6639">0.9083344986199049</cx:pt>
          <cx:pt idx="6640">0.76785449795269312</cx:pt>
          <cx:pt idx="6641">0.86780404796535759</cx:pt>
          <cx:pt idx="6642">0.81438086836570289</cx:pt>
          <cx:pt idx="6643">0.80558295216727627</cx:pt>
          <cx:pt idx="6644">0.73420523567227058</cx:pt>
          <cx:pt idx="6645">0.66829721174929912</cx:pt>
          <cx:pt idx="6646">0.71211738152076465</cx:pt>
          <cx:pt idx="6647">0.65634979404161986</cx:pt>
          <cx:pt idx="6648">0.64473805053410149</cx:pt>
          <cx:pt idx="6649">0.85719826729158444</cx:pt>
          <cx:pt idx="6650">0.81726487198067188</cx:pt>
          <cx:pt idx="6651">0.41057512135529056</cx:pt>
          <cx:pt idx="6652">0.30702859291104395</cx:pt>
          <cx:pt idx="6653">0.90363661030684872</cx:pt>
          <cx:pt idx="6654">0.66099175376654262</cx:pt>
          <cx:pt idx="6655">0.78626065953033197</cx:pt>
          <cx:pt idx="6656">0.76278078684911987</cx:pt>
          <cx:pt idx="6657">0.83686194716298401</cx:pt>
          <cx:pt idx="6658">0.78161718619585085</cx:pt>
          <cx:pt idx="6659">0.51592403021410005</cx:pt>
          <cx:pt idx="6660">0.8695793502951964</cx:pt>
          <cx:pt idx="6661">0.62927960815341366</cx:pt>
          <cx:pt idx="6662">0.84165296968270586</cx:pt>
          <cx:pt idx="6663">0.89245679115388021</cx:pt>
          <cx:pt idx="6664">0.88365596437128224</cx:pt>
          <cx:pt idx="6665">0.7170956443279467</cx:pt>
          <cx:pt idx="6666">0.90915523253293273</cx:pt>
          <cx:pt idx="6667">0.72705697991234697</cx:pt>
          <cx:pt idx="6668">0.86739879587503044</cx:pt>
          <cx:pt idx="6669">0.8833835379463425</cx:pt>
          <cx:pt idx="6670">0.81731953740818364</cx:pt>
          <cx:pt idx="6671">0.88631696008640237</cx:pt>
          <cx:pt idx="6672">0.77754781690307806</cx:pt>
          <cx:pt idx="6673">0.62708538446990758</cx:pt>
          <cx:pt idx="6674">0.90396429198868467</cx:pt>
          <cx:pt idx="6675">0.83743006727407454</cx:pt>
          <cx:pt idx="6676">0.89839142887724432</cx:pt>
          <cx:pt idx="6677">0.70261563663173943</cx:pt>
          <cx:pt idx="6678">0.66212236341295005</cx:pt>
          <cx:pt idx="6679">0.67883361237278406</cx:pt>
          <cx:pt idx="6680">0.90503349741941241</cx:pt>
          <cx:pt idx="6681">0.89294115537003205</cx:pt>
          <cx:pt idx="6682">0.75937900855479123</cx:pt>
          <cx:pt idx="6683">0.61139089028403015</cx:pt>
          <cx:pt idx="6684">0.87047436846755355</cx:pt>
          <cx:pt idx="6685">0.81931242079665978</cx:pt>
          <cx:pt idx="6686">0.89808753187139512</cx:pt>
          <cx:pt idx="6687">0.95063494567490059</cx:pt>
          <cx:pt idx="6688">0.58108475316316122</cx:pt>
          <cx:pt idx="6689">0.83974228391507355</cx:pt>
          <cx:pt idx="6690">0.84427141935740846</cx:pt>
          <cx:pt idx="6691">0.85229891630885546</cx:pt>
          <cx:pt idx="6692">0.90725073874839168</cx:pt>
          <cx:pt idx="6693">0.91190377924287069</cx:pt>
          <cx:pt idx="6694">0.82326749354207662</cx:pt>
          <cx:pt idx="6695">0.59576571505756892</cx:pt>
          <cx:pt idx="6696">0.91069147888032032</cx:pt>
          <cx:pt idx="6697">0.6415102895498741</cx:pt>
          <cx:pt idx="6698">0.74667381913148922</cx:pt>
          <cx:pt idx="6699">0.5458367579709883</cx:pt>
          <cx:pt idx="6700">0.86137371093261106</cx:pt>
          <cx:pt idx="6701">0.87002647196059268</cx:pt>
          <cx:pt idx="6702">0.85956392261820869</cx:pt>
          <cx:pt idx="6703">0.88028405260516307</cx:pt>
          <cx:pt idx="6704">0.87303848200560963</cx:pt>
          <cx:pt idx="6705">0.84658512974132005</cx:pt>
          <cx:pt idx="6706">0.48989241359368313</cx:pt>
          <cx:pt idx="6707">0.83945603586375439</cx:pt>
          <cx:pt idx="6708">0.88987350383068609</cx:pt>
          <cx:pt idx="6709">0.58650351545541823</cx:pt>
          <cx:pt idx="6710">0.623689866468365</cx:pt>
          <cx:pt idx="6711">0.86756303249855338</cx:pt>
          <cx:pt idx="6712">0.88169853970965562</cx:pt>
          <cx:pt idx="6713">0.83591213159969391</cx:pt>
          <cx:pt idx="6714">0.84127295071697328</cx:pt>
          <cx:pt idx="6715">0.88519431526041104</cx:pt>
          <cx:pt idx="6716">0.85038004711317627</cx:pt>
          <cx:pt idx="6717">0.76868636135956703</cx:pt>
          <cx:pt idx="6718">0.90323556356779267</cx:pt>
          <cx:pt idx="6719">0.28230905958258157</cx:pt>
          <cx:pt idx="6720">0.8210027866835663</cx:pt>
          <cx:pt idx="6721">0.90917416436933773</cx:pt>
          <cx:pt idx="6722">0.91356105126960885</cx:pt>
          <cx:pt idx="6723">0.66438956224981605</cx:pt>
          <cx:pt idx="6724">0.70660123330380875</cx:pt>
          <cx:pt idx="6725">0.85868353184192026</cx:pt>
          <cx:pt idx="6726">0.18286032506299571</cx:pt>
          <cx:pt idx="6727">0.62927400177259973</cx:pt>
          <cx:pt idx="6728">0.78250702965261587</cx:pt>
          <cx:pt idx="6729">0.51253015921362188</cx:pt>
          <cx:pt idx="6730">0.87071549243169055</cx:pt>
          <cx:pt idx="6731">0.88745761685606128</cx:pt>
          <cx:pt idx="6732">0.51849299495138756</cx:pt>
          <cx:pt idx="6733">0.81547414400632734</cx:pt>
          <cx:pt idx="6734">0.62522720456073522</cx:pt>
          <cx:pt idx="6735">0.55947961710811966</cx:pt>
          <cx:pt idx="6736">0.94039201751096346</cx:pt>
          <cx:pt idx="6737">0.58599344621598159</cx:pt>
          <cx:pt idx="6738">0.78835399287721364</cx:pt>
          <cx:pt idx="6739">0.89288300056828096</cx:pt>
          <cx:pt idx="6740">0.67312001375256858</cx:pt>
          <cx:pt idx="6741">0.44439825519640014</cx:pt>
          <cx:pt idx="6742">0.68500035006749793</cx:pt>
          <cx:pt idx="6743">0.52480792055917824</cx:pt>
          <cx:pt idx="6744">0.66137089982618491</cx:pt>
          <cx:pt idx="6745">0.85904076857215106</cx:pt>
          <cx:pt idx="6746">0.85706172501129307</cx:pt>
          <cx:pt idx="6747">0.81002897338246871</cx:pt>
          <cx:pt idx="6748">0.86807063054554989</cx:pt>
          <cx:pt idx="6749">0.93343708421775562</cx:pt>
          <cx:pt idx="6750">0.64314368972430092</cx:pt>
          <cx:pt idx="6751">0.53549521817113832</cx:pt>
          <cx:pt idx="6752">0.63751494194097413</cx:pt>
          <cx:pt idx="6753">0.83878889849896021</cx:pt>
          <cx:pt idx="6754">0.86246161484420192</cx:pt>
          <cx:pt idx="6755">0.90395771810296699</cx:pt>
          <cx:pt idx="6756">0.83689441720699431</cx:pt>
          <cx:pt idx="6757">0.94513992732820706</cx:pt>
          <cx:pt idx="6758">0.8557227602295433</cx:pt>
          <cx:pt idx="6759">0.88102098890291869</cx:pt>
          <cx:pt idx="6760">0.81972618852165613</cx:pt>
          <cx:pt idx="6761">0.40452932886152293</cx:pt>
          <cx:pt idx="6762">0.92881320414800028</cx:pt>
          <cx:pt idx="6763">0.74938228773164317</cx:pt>
          <cx:pt idx="6764">0.87126480988795085</cx:pt>
          <cx:pt idx="6765">0.95254091673649288</cx:pt>
          <cx:pt idx="6766">0.88703705764085539</cx:pt>
          <cx:pt idx="6767">0.73810553879868102</cx:pt>
          <cx:pt idx="6768">0.89190876629789884</cx:pt>
          <cx:pt idx="6769">0.94722999190630319</cx:pt>
          <cx:pt idx="6770">0.57683089750455563</cx:pt>
          <cx:pt idx="6771">0.70957175834100839</cx:pt>
          <cx:pt idx="6772">0.86316961747640175</cx:pt>
          <cx:pt idx="6773">0.32081245885886495</cx:pt>
          <cx:pt idx="6774">0.54779643225298758</cx:pt>
          <cx:pt idx="6775">0.63194525948857116</cx:pt>
          <cx:pt idx="6776">0.61948362265048607</cx:pt>
          <cx:pt idx="6777">0.62793414818060633</cx:pt>
          <cx:pt idx="6778">0.87222450780001681</cx:pt>
          <cx:pt idx="6779">0.69981870981377237</cx:pt>
          <cx:pt idx="6780">0.85237692885401406</cx:pt>
          <cx:pt idx="6781">0.91311354793552912</cx:pt>
          <cx:pt idx="6782">0.87241844774321109</cx:pt>
          <cx:pt idx="6783">0.8856541253822563</cx:pt>
          <cx:pt idx="6784">0.82796160761588034</cx:pt>
          <cx:pt idx="6785">0.88048907717133928</cx:pt>
          <cx:pt idx="6786">0.83674636717695017</cx:pt>
          <cx:pt idx="6787">0.66438519947481178</cx:pt>
          <cx:pt idx="6788">0.51405109836312157</cx:pt>
          <cx:pt idx="6789">0.85954746978399854</cx:pt>
          <cx:pt idx="6790">0.58352145604623717</cx:pt>
          <cx:pt idx="6791">0.81581635837183164</cx:pt>
          <cx:pt idx="6792">0.88019523060369564</cx:pt>
          <cx:pt idx="6793">0.93290003465473847</cx:pt>
          <cx:pt idx="6794">0.85747697560832514</cx:pt>
          <cx:pt idx="6795">0.91141721770948769</cx:pt>
          <cx:pt idx="6796">0.3340993405318699</cx:pt>
          <cx:pt idx="6797">0.6210492093164991</cx:pt>
          <cx:pt idx="6798">0.83240645805867231</cx:pt>
          <cx:pt idx="6799">0.74777511204173863</cx:pt>
          <cx:pt idx="6800">0.8800877292592123</cx:pt>
          <cx:pt idx="6801">0.81891258561789659</cx:pt>
          <cx:pt idx="6802">0.75755118392911258</cx:pt>
          <cx:pt idx="6803">0.67462876182738263</cx:pt>
          <cx:pt idx="6804">0.66688003315286715</cx:pt>
          <cx:pt idx="6805">0.78338211456268103</cx:pt>
          <cx:pt idx="6806">0.83707138434224315</cx:pt>
          <cx:pt idx="6807">0.88658246220302706</cx:pt>
          <cx:pt idx="6808">0.72853025509645597</cx:pt>
          <cx:pt idx="6809">0.78095183685600156</cx:pt>
          <cx:pt idx="6810">0.87337891836636383</cx:pt>
          <cx:pt idx="6811">0.65777074913663569</cx:pt>
          <cx:pt idx="6812">0.87585642634219629</cx:pt>
          <cx:pt idx="6813">0.74495859039952017</cx:pt>
          <cx:pt idx="6814">0.83486082680658813</cx:pt>
          <cx:pt idx="6815">0.63514798469652611</cx:pt>
          <cx:pt idx="6816">0.73631859459122129</cx:pt>
          <cx:pt idx="6817">0.78406876010298543</cx:pt>
          <cx:pt idx="6818">0.62570505543005372</cx:pt>
          <cx:pt idx="6819">0.81007052370930044</cx:pt>
          <cx:pt idx="6820">0.90305389430502725</cx:pt>
          <cx:pt idx="6821">0.84170836664448712</cx:pt>
          <cx:pt idx="6822">0.88674083436417073</cx:pt>
          <cx:pt idx="6823">0.66488565145328993</cx:pt>
          <cx:pt idx="6824">0.74260130629360954</cx:pt>
          <cx:pt idx="6825">0.68301384896525918</cx:pt>
          <cx:pt idx="6826">0.89153798115789862</cx:pt>
          <cx:pt idx="6827">0.84554445800057132</cx:pt>
          <cx:pt idx="6828">0.4660343793606988</cx:pt>
          <cx:pt idx="6829">0.9198869519387558</cx:pt>
          <cx:pt idx="6830">0.70149908719594689</cx:pt>
          <cx:pt idx="6831">0.87654591596687759</cx:pt>
          <cx:pt idx="6832">0.31011670017064946</cx:pt>
          <cx:pt idx="6833">0.91331862557541255</cx:pt>
          <cx:pt idx="6834">0.93093450705990766</cx:pt>
          <cx:pt idx="6835">0.92841813727858868</cx:pt>
          <cx:pt idx="6836">0.80367115334024097</cx:pt>
          <cx:pt idx="6837">0.87349699451387219</cx:pt>
          <cx:pt idx="6838">0.62644521150150423</cx:pt>
          <cx:pt idx="6839">0.8827073363303648</cx:pt>
          <cx:pt idx="6840">0.81104299874327468</cx:pt>
          <cx:pt idx="6841">0.90444626079700563</cx:pt>
          <cx:pt idx="6842">0.7530676753874409</cx:pt>
          <cx:pt idx="6843">0.58959602235144537</cx:pt>
          <cx:pt idx="6844">0.69975553962049541</cx:pt>
          <cx:pt idx="6845">0.89417645885555708</cx:pt>
          <cx:pt idx="6846">0.72328005767598624</cx:pt>
          <cx:pt idx="6847">0.47701932888693294</cx:pt>
          <cx:pt idx="6848">0.6294504989289913</cx:pt>
          <cx:pt idx="6849">0.89193304790934225</cx:pt>
          <cx:pt idx="6850">0.60765513990844533</cx:pt>
          <cx:pt idx="6851">0.6129924872740522</cx:pt>
          <cx:pt idx="6852">0.82018973412357643</cx:pt>
          <cx:pt idx="6853">0.89758789699787433</cx:pt>
          <cx:pt idx="6854">0.89715230469926144</cx:pt>
          <cx:pt idx="6855">0.5398522062584572</cx:pt>
          <cx:pt idx="6856">0.71240502323614607</cx:pt>
          <cx:pt idx="6857">0.55441671231684753</cx:pt>
          <cx:pt idx="6858">0.85513895911941051</cx:pt>
          <cx:pt idx="6859">0.85656710275809878</cx:pt>
          <cx:pt idx="6860">0.53504344100388468</cx:pt>
          <cx:pt idx="6861">0.86239502432204673</cx:pt>
          <cx:pt idx="6862">0.66068663938370464</cx:pt>
          <cx:pt idx="6863">0.86790464765854192</cx:pt>
          <cx:pt idx="6864">0.84540776612237678</cx:pt>
          <cx:pt idx="6865">0.71721025462850652</cx:pt>
          <cx:pt idx="6866">0.86378525550094021</cx:pt>
          <cx:pt idx="6867">0.89374942286524761</cx:pt>
          <cx:pt idx="6868">0.90739996687697111</cx:pt>
          <cx:pt idx="6869">0.89494531263709587</cx:pt>
          <cx:pt idx="6870">0.89947922018332627</cx:pt>
          <cx:pt idx="6871">0.73970894884394478</cx:pt>
          <cx:pt idx="6872">0.82855682379683415</cx:pt>
          <cx:pt idx="6873">0.80403532036068548</cx:pt>
          <cx:pt idx="6874">0.66106743524400857</cx:pt>
          <cx:pt idx="6875">0.61006218026173775</cx:pt>
          <cx:pt idx="6876">0.69944876801078693</cx:pt>
          <cx:pt idx="6877">0.85890565765324445</cx:pt>
          <cx:pt idx="6878">0.73013439705539296</cx:pt>
          <cx:pt idx="6879">0.54119035333593268</cx:pt>
          <cx:pt idx="6880">0.60270740358316488</cx:pt>
          <cx:pt idx="6881">0.83474708783576868</cx:pt>
          <cx:pt idx="6882">0.87176475504167394</cx:pt>
          <cx:pt idx="6883">0.55185557347052949</cx:pt>
          <cx:pt idx="6884">0.57058333064838407</cx:pt>
          <cx:pt idx="6885">0.81573739215724328</cx:pt>
          <cx:pt idx="6886">0.83847247271514969</cx:pt>
          <cx:pt idx="6887">0.87241191039960719</cx:pt>
          <cx:pt idx="6888">0.91111199352331085</cx:pt>
          <cx:pt idx="6889">0.86913703392244457</cx:pt>
          <cx:pt idx="6890">0.94949823675084244</cx:pt>
          <cx:pt idx="6891">0.4800368424901047</cx:pt>
          <cx:pt idx="6892">0.87716310760769289</cx:pt>
          <cx:pt idx="6893">0.57320707144759553</cx:pt>
          <cx:pt idx="6894">0.91728773395226415</cx:pt>
          <cx:pt idx="6895">0.86933414276384435</cx:pt>
          <cx:pt idx="6896">0.8855175941898823</cx:pt>
          <cx:pt idx="6897">0.57629935700002577</cx:pt>
          <cx:pt idx="6898">0.86860600611508132</cx:pt>
          <cx:pt idx="6899">0.34452980139404416</cx:pt>
          <cx:pt idx="6900">0.85472547402676402</cx:pt>
          <cx:pt idx="6901">0.8411610389738885</cx:pt>
          <cx:pt idx="6902">0.83489741948176421</cx:pt>
          <cx:pt idx="6903">0.74536651256912212</cx:pt>
          <cx:pt idx="6904">0.57143500532826275</cx:pt>
          <cx:pt idx="6905">0.83977300072906602</cx:pt>
          <cx:pt idx="6906">0.90842026866059888</cx:pt>
          <cx:pt idx="6907">0.88015094319868181</cx:pt>
          <cx:pt idx="6908">0.95296928188499364</cx:pt>
          <cx:pt idx="6909">0.85842011530170159</cx:pt>
          <cx:pt idx="6910">0.74601870745521781</cx:pt>
          <cx:pt idx="6911">0.91648095540054886</cx:pt>
          <cx:pt idx="6912">0.42161620589313303</cx:pt>
          <cx:pt idx="6913">0.90882359501173382</cx:pt>
          <cx:pt idx="6914">0.65482570535418028</cx:pt>
          <cx:pt idx="6915">0.62664882525744048</cx:pt>
          <cx:pt idx="6916">0.56511176622210568</cx:pt>
          <cx:pt idx="6917">0.8933886404284872</cx:pt>
          <cx:pt idx="6918">0.90266544307981922</cx:pt>
          <cx:pt idx="6919">0.699959256585578</cx:pt>
          <cx:pt idx="6920">0.86867501904025168</cx:pt>
          <cx:pt idx="6921">0.9080380454734881</cx:pt>
          <cx:pt idx="6922">0.78513673227828829</cx:pt>
          <cx:pt idx="6923">0.86078975754885068</cx:pt>
          <cx:pt idx="6924">0.63365843651481124</cx:pt>
          <cx:pt idx="6925">0.46961821082921856</cx:pt>
          <cx:pt idx="6926">0.87412691297285838</cx:pt>
          <cx:pt idx="6927">0.870271373075717</cx:pt>
          <cx:pt idx="6928">0.77305694314313822</cx:pt>
          <cx:pt idx="6929">0.90673451224195933</cx:pt>
          <cx:pt idx="6930">0.62936172907399401</cx:pt>
          <cx:pt idx="6931">0.75822619589586904</cx:pt>
          <cx:pt idx="6932">0.87621817552367098</cx:pt>
          <cx:pt idx="6933">0.60431596350623118</cx:pt>
          <cx:pt idx="6934">0.64730493196418337</cx:pt>
          <cx:pt idx="6935">0.42305805123040269</cx:pt>
          <cx:pt idx="6936">0.88062273422167181</cx:pt>
          <cx:pt idx="6937">0.91466663577694596</cx:pt>
          <cx:pt idx="6938">0.84622691028549435</cx:pt>
          <cx:pt idx="6939">0.68388955485292924</cx:pt>
          <cx:pt idx="6940">0.6308286331922015</cx:pt>
          <cx:pt idx="6941">0.85686078331106907</cx:pt>
          <cx:pt idx="6942">0.84040922286483677</cx:pt>
          <cx:pt idx="6943">0.94844538513363363</cx:pt>
          <cx:pt idx="6944">0.74234673161335052</cx:pt>
          <cx:pt idx="6945">0.90616658853609777</cx:pt>
          <cx:pt idx="6946">0.85441186414656167</cx:pt>
          <cx:pt idx="6947">0.86200620499472724</cx:pt>
          <cx:pt idx="6948">0.87130604857225114</cx:pt>
          <cx:pt idx="6949">0.66055087218718977</cx:pt>
          <cx:pt idx="6950">0.73060139923578682</cx:pt>
          <cx:pt idx="6951">0.80727009688282014</cx:pt>
          <cx:pt idx="6952">0.78126873125825169</cx:pt>
          <cx:pt idx="6953">0.90805382308906202</cx:pt>
          <cx:pt idx="6954">0.57513822500157452</cx:pt>
          <cx:pt idx="6955">0.58037552649747381</cx:pt>
          <cx:pt idx="6956">0.91029140171812251</cx:pt>
          <cx:pt idx="6957">0.83284694462630271</cx:pt>
          <cx:pt idx="6958">0.88224502510643188</cx:pt>
          <cx:pt idx="6959">0.88082032303903135</cx:pt>
          <cx:pt idx="6960">0.87249539823564137</cx:pt>
          <cx:pt idx="6961">0.38955297619611706</cx:pt>
          <cx:pt idx="6962">0.90415255798892746</cx:pt>
          <cx:pt idx="6963">0.89363342530959033</cx:pt>
          <cx:pt idx="6964">0.64743829992679114</cx:pt>
          <cx:pt idx="6965">0.72690473499949881</cx:pt>
          <cx:pt idx="6966">0.72775410641540317</cx:pt>
          <cx:pt idx="6967">0.86820339289991633</cx:pt>
          <cx:pt idx="6968">0.87505635651457447</cx:pt>
          <cx:pt idx="6969">0.8622791150231609</cx:pt>
          <cx:pt idx="6970">0.89119208320440635</cx:pt>
          <cx:pt idx="6971">0.60397423963972796</cx:pt>
          <cx:pt idx="6972">0.72792092367074146</cx:pt>
          <cx:pt idx="6973">0.56663201895806536</cx:pt>
          <cx:pt idx="6974">0.85541016134338821</cx:pt>
          <cx:pt idx="6975">0.47059490413519023</cx:pt>
          <cx:pt idx="6976">0.85579487459392034</cx:pt>
          <cx:pt idx="6977">0.29420109966615215</cx:pt>
          <cx:pt idx="6978">0.62007872449031798</cx:pt>
          <cx:pt idx="6979">0.8364254130742651</cx:pt>
          <cx:pt idx="6980">0.83287903121951068</cx:pt>
          <cx:pt idx="6981">0.83652651955673218</cx:pt>
          <cx:pt idx="6982">0.68291910227585551</cx:pt>
          <cx:pt idx="6983">0.8735610727178581</cx:pt>
          <cx:pt idx="6984">0.83457732662211526</cx:pt>
          <cx:pt idx="6985">0.87374564466095495</cx:pt>
          <cx:pt idx="6986">0.77438523113534874</cx:pt>
          <cx:pt idx="6987">0.53118536547790673</cx:pt>
          <cx:pt idx="6988">0.66808436765805623</cx:pt>
          <cx:pt idx="6989">0.58026264873229561</cx:pt>
          <cx:pt idx="6990">0.89406521688941198</cx:pt>
          <cx:pt idx="6991">0.46196541601392199</cx:pt>
          <cx:pt idx="6992">0.835569193972033</cx:pt>
          <cx:pt idx="6993">0.81252656914366672</cx:pt>
          <cx:pt idx="6994">0.86935649138026294</cx:pt>
          <cx:pt idx="6995">0.80528672256196987</cx:pt>
          <cx:pt idx="6996">0.87243360619063437</cx:pt>
          <cx:pt idx="6997">0.54141347561223063</cx:pt>
          <cx:pt idx="6998">0.85427945859553478</cx:pt>
          <cx:pt idx="6999">0.57261152392389392</cx:pt>
          <cx:pt idx="7000">0.83316420118848145</cx:pt>
          <cx:pt idx="7001">0.52288880017022255</cx:pt>
          <cx:pt idx="7002">0.69053848461454026</cx:pt>
          <cx:pt idx="7003">0.8988879026193286</cx:pt>
          <cx:pt idx="7004">0.80238298654390039</cx:pt>
          <cx:pt idx="7005">0.81891618631796892</cx:pt>
          <cx:pt idx="7006">0.77455421214327924</cx:pt>
          <cx:pt idx="7007">0.91807866093056922</cx:pt>
          <cx:pt idx="7008">0.7779109189739557</cx:pt>
          <cx:pt idx="7009">0.91111690658057753</cx:pt>
          <cx:pt idx="7010">0.87723306308973459</cx:pt>
          <cx:pt idx="7011">0.8865617111163222</cx:pt>
          <cx:pt idx="7012">0.63124735558691936</cx:pt>
          <cx:pt idx="7013">0.89844710338582578</cx:pt>
          <cx:pt idx="7014">0.87230941361358683</cx:pt>
          <cx:pt idx="7015">0.61028540299999179</cx:pt>
          <cx:pt idx="7016">0.86351013471956806</cx:pt>
          <cx:pt idx="7017">0.8678143747006769</cx:pt>
          <cx:pt idx="7018">0.74575520982714683</cx:pt>
          <cx:pt idx="7019">0.56071058613246172</cx:pt>
          <cx:pt idx="7020">0.71107555892842322</cx:pt>
          <cx:pt idx="7021">0.83644894313925977</cx:pt>
          <cx:pt idx="7022">0.8546331597048975</cx:pt>
          <cx:pt idx="7023">0.7808788086256101</cx:pt>
          <cx:pt idx="7024">0.61630245915456183</cx:pt>
          <cx:pt idx="7025">0.7571194492243899</cx:pt>
          <cx:pt idx="7026">0.70577213892781676</cx:pt>
          <cx:pt idx="7027">0.91066478224583025</cx:pt>
          <cx:pt idx="7028">0.73797966125673631</cx:pt>
          <cx:pt idx="7029">0.76143750068418459</cx:pt>
          <cx:pt idx="7030">0.67518183484658556</cx:pt>
          <cx:pt idx="7031">0.53836873276647601</cx:pt>
          <cx:pt idx="7032">0.81259527775461682</cx:pt>
          <cx:pt idx="7033">0.73002288061495524</cx:pt>
          <cx:pt idx="7034">0.7600075436019792</cx:pt>
          <cx:pt idx="7035">0.83509875532037681</cx:pt>
          <cx:pt idx="7036">0.7217953124232277</cx:pt>
          <cx:pt idx="7037">0.89002935282039264</cx:pt>
          <cx:pt idx="7038">0.65576783079349354</cx:pt>
          <cx:pt idx="7039">0.91698245394972155</cx:pt>
          <cx:pt idx="7040">0.94859188467574218</cx:pt>
          <cx:pt idx="7041">0.78646660615548236</cx:pt>
          <cx:pt idx="7042">0.6790487267197044</cx:pt>
          <cx:pt idx="7043">0.58207393204965641</cx:pt>
          <cx:pt idx="7044">0.89006143759653811</cx:pt>
          <cx:pt idx="7045">0.87690225209764905</cx:pt>
          <cx:pt idx="7046">0.91182909224195086</cx:pt>
          <cx:pt idx="7047">0.87444904068755547</cx:pt>
          <cx:pt idx="7048">0.62587695132336396</cx:pt>
          <cx:pt idx="7049">0.83259698958648753</cx:pt>
          <cx:pt idx="7050">0.66632274393610136</cx:pt>
          <cx:pt idx="7051">0.89046548820548976</cx:pt>
          <cx:pt idx="7052">0.95336060071355111</cx:pt>
          <cx:pt idx="7053">0.86955022670980275</cx:pt>
          <cx:pt idx="7054">0.87411829996797286</cx:pt>
          <cx:pt idx="7055">0.86130623927033501</cx:pt>
          <cx:pt idx="7056">0.90431715229190424</cx:pt>
          <cx:pt idx="7057">0.7747695323022733</cx:pt>
          <cx:pt idx="7058">0.95489395183705916</cx:pt>
          <cx:pt idx="7059">0.8377877488557991</cx:pt>
          <cx:pt idx="7060">0.55189008155648545</cx:pt>
          <cx:pt idx="7061">0.35874554296437794</cx:pt>
          <cx:pt idx="7062">0.49507430568323796</cx:pt>
          <cx:pt idx="7063">0.85820761638046705</cx:pt>
          <cx:pt idx="7064">0.88685564287612884</cx:pt>
          <cx:pt idx="7065">0.87524696874244923</cx:pt>
          <cx:pt idx="7066">0.4178750864021708</cx:pt>
          <cx:pt idx="7067">0.94752373943600643</cx:pt>
          <cx:pt idx="7068">0.92072424198896097</cx:pt>
          <cx:pt idx="7069">0.83665138068360134</cx:pt>
          <cx:pt idx="7070">0.89292609393136002</cx:pt>
          <cx:pt idx="7071">0.62576637506051203</cx:pt>
          <cx:pt idx="7072">0.28467437906573972</cx:pt>
          <cx:pt idx="7073">0.58431826506841367</cx:pt>
          <cx:pt idx="7074">0.87156723273086534</cx:pt>
          <cx:pt idx="7075">0.95071704837503102</cx:pt>
          <cx:pt idx="7076">0.82210898862237858</cx:pt>
          <cx:pt idx="7077">0.87587833436236107</cx:pt>
          <cx:pt idx="7078">0.84001886649438962</cx:pt>
          <cx:pt idx="7079">0.83606024286339575</cx:pt>
          <cx:pt idx="7080">0.61098398228348416</cx:pt>
          <cx:pt idx="7081">0.87560940050838987</cx:pt>
          <cx:pt idx="7082">0.88307190756363263</cx:pt>
          <cx:pt idx="7083">0.74793425308097228</cx:pt>
          <cx:pt idx="7084">0.87020788883789879</cx:pt>
          <cx:pt idx="7085">0.62091863684444593</cx:pt>
          <cx:pt idx="7086">0.90391306772962743</cx:pt>
          <cx:pt idx="7087">0.89783958640022976</cx:pt>
          <cx:pt idx="7088">0.84158987568260446</cx:pt>
          <cx:pt idx="7089">0.90986885323602018</cx:pt>
          <cx:pt idx="7090">0.88470868295387317</cx:pt>
          <cx:pt idx="7091">0.89853141237701195</cx:pt>
          <cx:pt idx="7092">0.5453155180548579</cx:pt>
          <cx:pt idx="7093">0.51985358943670656</cx:pt>
          <cx:pt idx="7094">0.58500137053749868</cx:pt>
          <cx:pt idx="7095">0.86854014297742144</cx:pt>
          <cx:pt idx="7096">0.50340010262033663</cx:pt>
          <cx:pt idx="7097">0.81828828821636235</cx:pt>
          <cx:pt idx="7098">0.81486643830720029</cx:pt>
          <cx:pt idx="7099">0.86731286111697203</cx:pt>
          <cx:pt idx="7100">0.84069536143288648</cx:pt>
          <cx:pt idx="7101">0.74860303319743193</cx:pt>
          <cx:pt idx="7102">0.83666529930788347</cx:pt>
          <cx:pt idx="7103">0.87692623078759269</cx:pt>
          <cx:pt idx="7104">0.66792192119763161</cx:pt>
          <cx:pt idx="7105">0.26735432995461444</cx:pt>
          <cx:pt idx="7106">0.8181854355284246</cx:pt>
          <cx:pt idx="7107">0.60982819629580665</cx:pt>
          <cx:pt idx="7108">0.78237857549337075</cx:pt>
          <cx:pt idx="7109">0.90619754119454443</cx:pt>
          <cx:pt idx="7110">0.90340149945587378</cx:pt>
          <cx:pt idx="7111">0.88992220844088454</cx:pt>
          <cx:pt idx="7112">0.86811297099064844</cx:pt>
          <cx:pt idx="7113">0.89402442859630937</cx:pt>
          <cx:pt idx="7114">0.83264407701934362</cx:pt>
          <cx:pt idx="7115">0.63171347191657623</cx:pt>
          <cx:pt idx="7116">0.90763398321419353</cx:pt>
          <cx:pt idx="7117">0.59164803037521496</cx:pt>
          <cx:pt idx="7118">0.94166414368451301</cx:pt>
          <cx:pt idx="7119">0.86241522482072153</cx:pt>
          <cx:pt idx="7120">0.85494395875539342</cx:pt>
          <cx:pt idx="7121">0.77438964196615212</cx:pt>
          <cx:pt idx="7122">0.87877084400131855</cx:pt>
          <cx:pt idx="7123">0.83735795248277822</cx:pt>
          <cx:pt idx="7124">0.86257201857363774</cx:pt>
          <cx:pt idx="7125">0.63035622622729048</cx:pt>
          <cx:pt idx="7126">0.91568362649762414</cx:pt>
          <cx:pt idx="7127">0.78052320930954677</cx:pt>
          <cx:pt idx="7128">0.60629214896105887</cx:pt>
          <cx:pt idx="7129">0.33631881975534661</cx:pt>
          <cx:pt idx="7130">0.85168652676744183</cx:pt>
          <cx:pt idx="7131">0.66399347202692904</cx:pt>
          <cx:pt idx="7132">0.69000973131145749</cx:pt>
          <cx:pt idx="7133">0.59766679635488562</cx:pt>
          <cx:pt idx="7134">0.5845544668842223</cx:pt>
          <cx:pt idx="7135">0.60634941399317765</cx:pt>
          <cx:pt idx="7136">0.56770165170447828</cx:pt>
          <cx:pt idx="7137">0.87370034225027737</cx:pt>
          <cx:pt idx="7138">0.82406814705096509</cx:pt>
          <cx:pt idx="7139">0.83496676718762075</cx:pt>
          <cx:pt idx="7140">0.87292937222376754</cx:pt>
          <cx:pt idx="7141">0.85976552530782413</cx:pt>
          <cx:pt idx="7142">0.67339436669501052</cx:pt>
          <cx:pt idx="7143">0.78305023974634813</cx:pt>
          <cx:pt idx="7144">0.89191794241089284</cx:pt>
          <cx:pt idx="7145">0.83849522255439379</cx:pt>
          <cx:pt idx="7146">0.87083381811379434</cx:pt>
          <cx:pt idx="7147">0.8548396833479065</cx:pt>
          <cx:pt idx="7148">0.6294197909565209</cx:pt>
          <cx:pt idx="7149">0.83831224762093248</cx:pt>
          <cx:pt idx="7150">0.82700435092189983</cx:pt>
          <cx:pt idx="7151">0.60612412331397725</cx:pt>
          <cx:pt idx="7152">0.89141395429141634</cx:pt>
          <cx:pt idx="7153">0.86377581418205029</cx:pt>
          <cx:pt idx="7154">0.87399203528769398</cx:pt>
          <cx:pt idx="7155">0.63925562859464091</cx:pt>
          <cx:pt idx="7156">0.60658698585009052</cx:pt>
          <cx:pt idx="7157">0.92149433870801101</cx:pt>
          <cx:pt idx="7158">0.67126312780206321</cx:pt>
          <cx:pt idx="7159">0.89756799393118614</cx:pt>
          <cx:pt idx="7160">0.61774519230745928</cx:pt>
          <cx:pt idx="7161">0.91210154439846169</cx:pt>
          <cx:pt idx="7162">0.81839383420613165</cx:pt>
          <cx:pt idx="7163">0.8620605831959034</cx:pt>
          <cx:pt idx="7164">0.87409004450026673</cx:pt>
          <cx:pt idx="7165">0.94702945666143601</cx:pt>
          <cx:pt idx="7166">0.8102398314225423</cx:pt>
          <cx:pt idx="7167">0.88111156000597957</cx:pt>
          <cx:pt idx="7168">0.84786442343562851</cx:pt>
          <cx:pt idx="7169">0.83489178942146514</cx:pt>
          <cx:pt idx="7170">0.58899326867066171</cx:pt>
          <cx:pt idx="7171">0.87234322255990182</cx:pt>
          <cx:pt idx="7172">0.8850027341043365</cx:pt>
          <cx:pt idx="7173">0.8334170828436146</cx:pt>
          <cx:pt idx="7174">0.86956510460755876</cx:pt>
          <cx:pt idx="7175">0.85603853271406316</cx:pt>
          <cx:pt idx="7176">0.61181072483562449</cx:pt>
          <cx:pt idx="7177">0.69497361423336657</cx:pt>
          <cx:pt idx="7178">0.77705679675832295</cx:pt>
          <cx:pt idx="7179">0.5995268993666224</cx:pt>
          <cx:pt idx="7180">0.67807890563951945</cx:pt>
          <cx:pt idx="7181">0.83481154705667471</cx:pt>
          <cx:pt idx="7182">0.58235509248438599</cx:pt>
          <cx:pt idx="7183">0.80904461715682463</cx:pt>
          <cx:pt idx="7184">0.8695482101488915</cx:pt>
          <cx:pt idx="7185">0.89190871603561173</cx:pt>
          <cx:pt idx="7186">0.86106628828022502</cx:pt>
          <cx:pt idx="7187">0.70483579827536513</cx:pt>
          <cx:pt idx="7188">0.66869510614685301</cx:pt>
          <cx:pt idx="7189">0.85494368844602853</cx:pt>
          <cx:pt idx="7190">0.58438244819872465</cx:pt>
          <cx:pt idx="7191">0.50148753084811382</cx:pt>
          <cx:pt idx="7192">0.87042438052482496</cx:pt>
          <cx:pt idx="7193">0.90370481350039178</cx:pt>
          <cx:pt idx="7194">0.87761930085757189</cx:pt>
          <cx:pt idx="7195">0.90457934273440066</cx:pt>
          <cx:pt idx="7196">0.90863041741552131</cx:pt>
          <cx:pt idx="7197">0.53207332726466161</cx:pt>
          <cx:pt idx="7198">0.88019042838399264</cx:pt>
          <cx:pt idx="7199">0.46014576179450761</cx:pt>
          <cx:pt idx="7200">0.85980907544019491</cx:pt>
          <cx:pt idx="7201">0.87532019239909298</cx:pt>
          <cx:pt idx="7202">0.90323929621350507</cx:pt>
          <cx:pt idx="7203">0.91718416465183328</cx:pt>
          <cx:pt idx="7204">0.64417109618574486</cx:pt>
          <cx:pt idx="7205">0.63675870363079334</cx:pt>
          <cx:pt idx="7206">0.82516320330766557</cx:pt>
          <cx:pt idx="7207">0.90506183318957245</cx:pt>
          <cx:pt idx="7208">0.91333260411542738</cx:pt>
          <cx:pt idx="7209">0.81529248901700868</cx:pt>
          <cx:pt idx="7210">0.77735351879944015</cx:pt>
          <cx:pt idx="7211">0.78160132117496484</cx:pt>
          <cx:pt idx="7212">0.81210435164353345</cx:pt>
          <cx:pt idx="7213">0.51848050076021235</cx:pt>
          <cx:pt idx="7214">0.82298751492512767</cx:pt>
          <cx:pt idx="7215">0.92984913221510268</cx:pt>
          <cx:pt idx="7216">0.61117561697712641</cx:pt>
          <cx:pt idx="7217">0.93848533307498005</cx:pt>
          <cx:pt idx="7218">0.9111504666914545</cx:pt>
          <cx:pt idx="7219">0.87688098304390782</cx:pt>
          <cx:pt idx="7220">0.75667952692045715</cx:pt>
          <cx:pt idx="7221">0.85756372421537563</cx:pt>
          <cx:pt idx="7222">0.59740765993943035</cx:pt>
          <cx:pt idx="7223">0.87353001170469458</cx:pt>
          <cx:pt idx="7224">0.89435214043645517</cx:pt>
          <cx:pt idx="7225">0.88332485702856156</cx:pt>
          <cx:pt idx="7226">0.79488324665209542</cx:pt>
          <cx:pt idx="7227">0.86823088477781996</cx:pt>
          <cx:pt idx="7228">0.86807962226678148</cx:pt>
          <cx:pt idx="7229">0.48268094747447854</cx:pt>
          <cx:pt idx="7230">0.84021192703299885</cx:pt>
          <cx:pt idx="7231">0.83968362204031322</cx:pt>
          <cx:pt idx="7232">0.88624552506475085</cx:pt>
          <cx:pt idx="7233">0.9043256177676956</cx:pt>
          <cx:pt idx="7234">0.61081826903715575</cx:pt>
          <cx:pt idx="7235">0.8382189427413459</cx:pt>
          <cx:pt idx="7236">0.83839106077967918</cx:pt>
          <cx:pt idx="7237">0.89774891858460648</cx:pt>
          <cx:pt idx="7238">0.91595243533975002</cx:pt>
          <cx:pt idx="7239">0.85717511855332051</cx:pt>
          <cx:pt idx="7240">0.91056142231916282</cx:pt>
          <cx:pt idx="7241">0.51726360319071585</cx:pt>
          <cx:pt idx="7242">0.62464837918295113</cx:pt>
          <cx:pt idx="7243">0.62772036831446176</cx:pt>
          <cx:pt idx="7244">0.87662001503912512</cx:pt>
          <cx:pt idx="7245">0.78082839932602677</cx:pt>
          <cx:pt idx="7246">0.86323076473267979</cx:pt>
          <cx:pt idx="7247">0.90700276294043702</cx:pt>
          <cx:pt idx="7248">0.51739796901614665</cx:pt>
          <cx:pt idx="7249">0.90545239274582434</cx:pt>
          <cx:pt idx="7250">0.83394565977676105</cx:pt>
          <cx:pt idx="7251">0.72805359344834575</cx:pt>
          <cx:pt idx="7252">0.91824334321871026</cx:pt>
          <cx:pt idx="7253">0.86983097044989555</cx:pt>
          <cx:pt idx="7254">0.87983882572726846</cx:pt>
          <cx:pt idx="7255">0.51787496429773017</cx:pt>
          <cx:pt idx="7256">0.83594785662597848</cx:pt>
          <cx:pt idx="7257">0.59108514909193421</cx:pt>
          <cx:pt idx="7258">0.85752409246190098</cx:pt>
          <cx:pt idx="7259">0.91612314658459248</cx:pt>
          <cx:pt idx="7260">0.67624288986418202</cx:pt>
          <cx:pt idx="7261">0.30869118413931096</cx:pt>
          <cx:pt idx="7262">0.63100291165959699</cx:pt>
          <cx:pt idx="7263">0.90697532499518208</cx:pt>
          <cx:pt idx="7264">0.72890204651506796</cx:pt>
          <cx:pt idx="7265">0.83927360458874423</cx:pt>
          <cx:pt idx="7266">0.87301818957531407</cx:pt>
          <cx:pt idx="7267">0.86325844672438079</cx:pt>
          <cx:pt idx="7268">0.74169633655342937</cx:pt>
          <cx:pt idx="7269">0.85996967061688578</cx:pt>
          <cx:pt idx="7270">0.88775114695288559</cx:pt>
          <cx:pt idx="7271">0.80702864771970073</cx:pt>
          <cx:pt idx="7272">0.6816771323504125</cx:pt>
          <cx:pt idx="7273">0.6777915720443064</cx:pt>
          <cx:pt idx="7274">0.76177693225048526</cx:pt>
          <cx:pt idx="7275">0.8188100552148978</cx:pt>
          <cx:pt idx="7276">0.87589090335522202</cx:pt>
          <cx:pt idx="7277">0.89553142612617387</cx:pt>
          <cx:pt idx="7278">0.41148765563455664</cx:pt>
          <cx:pt idx="7279">0.9526233890767154</cx:pt>
          <cx:pt idx="7280">0.62484797941821324</cx:pt>
          <cx:pt idx="7281">0.90972360256064189</cx:pt>
          <cx:pt idx="7282">0.61632937759829698</cx:pt>
          <cx:pt idx="7283">0.55413606659862891</cx:pt>
          <cx:pt idx="7284">0.44313523174804764</cx:pt>
          <cx:pt idx="7285">0.86933462879538426</cx:pt>
          <cx:pt idx="7286">0.90421145453309482</cx:pt>
          <cx:pt idx="7287">0.88619788572548974</cx:pt>
          <cx:pt idx="7288">0.76718707704293054</cx:pt>
          <cx:pt idx="7289">0.39014189154539763</cx:pt>
          <cx:pt idx="7290">0.76253141967692284</cx:pt>
          <cx:pt idx="7291">0.86308967932289193</cx:pt>
          <cx:pt idx="7292">0.85818787422952569</cx:pt>
          <cx:pt idx="7293">0.85545847598010516</cx:pt>
          <cx:pt idx="7294">0.79032807915411563</cx:pt>
          <cx:pt idx="7295">0.88542108798560026</cx:pt>
          <cx:pt idx="7296">0.88384532773525004</cx:pt>
          <cx:pt idx="7297">0.88813612521507224</cx:pt>
          <cx:pt idx="7298">0.91172335265613347</cx:pt>
          <cx:pt idx="7299">0.74088344253140181</cx:pt>
          <cx:pt idx="7300">0.84142287972615382</cx:pt>
          <cx:pt idx="7301">0.867766773902376</cx:pt>
          <cx:pt idx="7302">0.87655568088754898</cx:pt>
          <cx:pt idx="7303">0.91074940164112306</cx:pt>
          <cx:pt idx="7304">0.83692710795618575</cx:pt>
          <cx:pt idx="7305">0.85693381837212257</cx:pt>
          <cx:pt idx="7306">0.60240454933846943</cx:pt>
          <cx:pt idx="7307">0.87002727216046538</cx:pt>
          <cx:pt idx="7308">0.87244168129632138</cx:pt>
          <cx:pt idx="7309">0.81573871364691741</cx:pt>
          <cx:pt idx="7310">0.73098952432277386</cx:pt>
          <cx:pt idx="7311">0.83363517797526732</cx:pt>
          <cx:pt idx="7312">0.84077927350697435</cx:pt>
          <cx:pt idx="7313">0.73998830700729046</cx:pt>
          <cx:pt idx="7314">0.58594614628323705</cx:pt>
          <cx:pt idx="7315">0.89107227268956501</cx:pt>
          <cx:pt idx="7316">0.3663322792918664</cx:pt>
          <cx:pt idx="7317">0.90904687650694616</cx:pt>
          <cx:pt idx="7318">0.84071424865386246</cx:pt>
          <cx:pt idx="7319">0.62847457886883107</cx:pt>
          <cx:pt idx="7320">0.86317166676308343</cx:pt>
          <cx:pt idx="7321">0.863553974645064</cx:pt>
          <cx:pt idx="7322">0.71107994752982862</cx:pt>
          <cx:pt idx="7323">0.87505722866832503</cx:pt>
          <cx:pt idx="7324">0.89572151853815585</cx:pt>
          <cx:pt idx="7325">0.89707789302524865</cx:pt>
          <cx:pt idx="7326">0.59158053919882481</cx:pt>
          <cx:pt idx="7327">0.64868101076122664</cx:pt>
          <cx:pt idx="7328">0.47040091187150396</cx:pt>
          <cx:pt idx="7329">0.68647177924845182</cx:pt>
          <cx:pt idx="7330">0.85718934326509422</cx:pt>
          <cx:pt idx="7331">0.90358119010119675</cx:pt>
          <cx:pt idx="7332">0.83795104387474217</cx:pt>
          <cx:pt idx="7333">0.66130762716510683</cx:pt>
          <cx:pt idx="7334">0.81801586242375335</cx:pt>
          <cx:pt idx="7335">0.87173619710518391</cx:pt>
          <cx:pt idx="7336">0.90745378538912524</cx:pt>
          <cx:pt idx="7337">0.79357566608735397</cx:pt>
          <cx:pt idx="7338">0.90680911104309636</cx:pt>
          <cx:pt idx="7339">0.87169832772591715</cx:pt>
          <cx:pt idx="7340">0.90968327620882505</cx:pt>
          <cx:pt idx="7341">0.653214004769888</cx:pt>
          <cx:pt idx="7342">0.74782320758095866</cx:pt>
          <cx:pt idx="7343">0.63992776817494101</cx:pt>
          <cx:pt idx="7344">0.86337768712415575</cx:pt>
          <cx:pt idx="7345">0.87944141323229907</cx:pt>
          <cx:pt idx="7346">0.80765972134170827</cx:pt>
          <cx:pt idx="7347">0.85607816557334437</cx:pt>
          <cx:pt idx="7348">0.90740218561382147</cx:pt>
          <cx:pt idx="7349">0.82750919874209306</cx:pt>
          <cx:pt idx="7350">0.83141552690146259</cx:pt>
          <cx:pt idx="7351">0.83972340967462855</cx:pt>
          <cx:pt idx="7352">0.87627077622496075</cx:pt>
          <cx:pt idx="7353">0.78298858740658228</cx:pt>
          <cx:pt idx="7354">0.62239277572486329</cx:pt>
          <cx:pt idx="7355">0.70921583273835509</cx:pt>
          <cx:pt idx="7356">0.83845449630520019</cx:pt>
          <cx:pt idx="7357">0.70088213457936233</cx:pt>
          <cx:pt idx="7358">0.74521556418464485</cx:pt>
          <cx:pt idx="7359">0.50243788535062839</cx:pt>
          <cx:pt idx="7360">0.9201169461440345</cx:pt>
          <cx:pt idx="7361">0.58558006844931743</cx:pt>
          <cx:pt idx="7362">0.67564257720616006</cx:pt>
          <cx:pt idx="7363">0.8370526481254662</cx:pt>
          <cx:pt idx="7364">0.88926140567586209</cx:pt>
          <cx:pt idx="7365">0.71533836541591367</cx:pt>
          <cx:pt idx="7366">0.75796221645419548</cx:pt>
          <cx:pt idx="7367">0.86949414080140386</cx:pt>
          <cx:pt idx="7368">0.76241317911861251</cx:pt>
          <cx:pt idx="7369">0.70089324139998743</cx:pt>
          <cx:pt idx="7370">0.8694673996162855</cx:pt>
          <cx:pt idx="7371">0.86704686233180261</cx:pt>
          <cx:pt idx="7372">0.44792684406719779</cx:pt>
          <cx:pt idx="7373">0.91232809979863727</cx:pt>
          <cx:pt idx="7374">0.57893116742972239</cx:pt>
          <cx:pt idx="7375">0.90449593978309306</cx:pt>
          <cx:pt idx="7376">0.68095596308761952</cx:pt>
          <cx:pt idx="7377">0.56326990615721284</cx:pt>
          <cx:pt idx="7378">0.81273609237917943</cx:pt>
          <cx:pt idx="7379">0.87778795513585939</cx:pt>
          <cx:pt idx="7380">0.75340173810908906</cx:pt>
          <cx:pt idx="7381">0.82089407263383263</cx:pt>
          <cx:pt idx="7382">0.89361729802230194</cx:pt>
          <cx:pt idx="7383">0.83248379309391984</cx:pt>
          <cx:pt idx="7384">0.9183352980134496</cx:pt>
          <cx:pt idx="7385">0.66511615904202515</cx:pt>
          <cx:pt idx="7386">0.86874709214746038</cx:pt>
          <cx:pt idx="7387">0.86192465150024389</cx:pt>
          <cx:pt idx="7388">0.87368712655056546</cx:pt>
          <cx:pt idx="7389">0.91052603573624857</cx:pt>
          <cx:pt idx="7390">0.94281533108303917</cx:pt>
          <cx:pt idx="7391">0.5733772330658895</cx:pt>
          <cx:pt idx="7392">0.89269364713284993</cx:pt>
          <cx:pt idx="7393">0.46723912412096946</cx:pt>
          <cx:pt idx="7394">0.88961359040778742</cx:pt>
          <cx:pt idx="7395">0.77638714394804398</cx:pt>
          <cx:pt idx="7396">0.89162335267427972</cx:pt>
          <cx:pt idx="7397">0.89044961809371093</cx:pt>
          <cx:pt idx="7398">0.89582653290724701</cx:pt>
          <cx:pt idx="7399">0.54241158813390433</cx:pt>
          <cx:pt idx="7400">0.85506424535710157</cx:pt>
          <cx:pt idx="7401">0.38221240693809588</cx:pt>
          <cx:pt idx="7402">0.82121348334373623</cx:pt>
          <cx:pt idx="7403">0.90844592198786045</cx:pt>
          <cx:pt idx="7404">0.58639160076059849</cx:pt>
          <cx:pt idx="7405">0.2318697467666993</cx:pt>
          <cx:pt idx="7406">0.34180795952559923</cx:pt>
          <cx:pt idx="7407">0.93096480033271556</cx:pt>
          <cx:pt idx="7408">0.87483540361806433</cx:pt>
          <cx:pt idx="7409">0.73873182220668454</cx:pt>
          <cx:pt idx="7410">0.24653737638982673</cx:pt>
          <cx:pt idx="7411">0.78192055194338084</cx:pt>
          <cx:pt idx="7412">0.58859561785288128</cx:pt>
          <cx:pt idx="7413">0.90534442737660437</cx:pt>
          <cx:pt idx="7414">0.60267102464160971</cx:pt>
          <cx:pt idx="7415">0.31642924508796355</cx:pt>
          <cx:pt idx="7416">0.60376307989249056</cx:pt>
          <cx:pt idx="7417">0.88578970940240731</cx:pt>
          <cx:pt idx="7418">0.82808518050758018</cx:pt>
          <cx:pt idx="7419">0.87033897060844556</cx:pt>
          <cx:pt idx="7420">0.595306752235645</cx:pt>
          <cx:pt idx="7421">0.87905807509001954</cx:pt>
          <cx:pt idx="7422">0.90997591506383202</cx:pt>
          <cx:pt idx="7423">0.88239788419527032</cx:pt>
          <cx:pt idx="7424">0.43403164271685785</cx:pt>
          <cx:pt idx="7425">0.89078572743829398</cx:pt>
          <cx:pt idx="7426">0.64887036820715371</cx:pt>
          <cx:pt idx="7427">0.76536223217464172</cx:pt>
          <cx:pt idx="7428">0.79606183715208745</cx:pt>
          <cx:pt idx="7429">0.85643128383811573</cx:pt>
          <cx:pt idx="7430">0.88298680244112449</cx:pt>
          <cx:pt idx="7431">0.85419202610414324</cx:pt>
          <cx:pt idx="7432">0.82020814060072322</cx:pt>
          <cx:pt idx="7433">0.48799293102722457</cx:pt>
          <cx:pt idx="7434">0.87038646204264891</cx:pt>
          <cx:pt idx="7435">0.5283264266930765</cx:pt>
          <cx:pt idx="7436">0.67060876123701596</cx:pt>
          <cx:pt idx="7437">0.90674616821915566</cx:pt>
          <cx:pt idx="7438">0.91929464179041809</cx:pt>
          <cx:pt idx="7439">0.85531681096572476</cx:pt>
          <cx:pt idx="7440">0.25536023768691107</cx:pt>
          <cx:pt idx="7441">0.8697642583297609</cx:pt>
          <cx:pt idx="7442">0.57026696798637422</cx:pt>
          <cx:pt idx="7443">0.68328892558275123</cx:pt>
          <cx:pt idx="7444">0.87684826989745368</cx:pt>
          <cx:pt idx="7445">0.87387821796300846</cx:pt>
          <cx:pt idx="7446">0.89329880412306228</cx:pt>
          <cx:pt idx="7447">0.83512850045975473</cx:pt>
          <cx:pt idx="7448">0.85758885529185902</cx:pt>
          <cx:pt idx="7449">0.87628033751215428</cx:pt>
          <cx:pt idx="7450">0.83391346111396236</cx:pt>
          <cx:pt idx="7451">0.72950615123707019</cx:pt>
          <cx:pt idx="7452">0.87944127375058423</cx:pt>
          <cx:pt idx="7453">0.68504546374235786</cx:pt>
          <cx:pt idx="7454">0.66526465204724583</cx:pt>
          <cx:pt idx="7455">0.89456952289610359</cx:pt>
          <cx:pt idx="7456">0.67038940832271199</cx:pt>
          <cx:pt idx="7457">0.83516307301360382</cx:pt>
          <cx:pt idx="7458">0.55750841205758761</cx:pt>
          <cx:pt idx="7459">0.2004627006267109</cx:pt>
          <cx:pt idx="7460">0.77638899260799443</cx:pt>
          <cx:pt idx="7461">0.92719889256013455</cx:pt>
          <cx:pt idx="7462">0.74640121891926869</cx:pt>
          <cx:pt idx="7463">0.37732776013265401</cx:pt>
          <cx:pt idx="7464">0.87902715191320036</cx:pt>
          <cx:pt idx="7465">0.90415508631273711</cx:pt>
          <cx:pt idx="7466">0.85674501253625368</cx:pt>
          <cx:pt idx="7467">0.76877209094433852</cx:pt>
          <cx:pt idx="7468">0.8332932769282696</cx:pt>
          <cx:pt idx="7469">0.7335902304866474</cx:pt>
          <cx:pt idx="7470">0.86142213859551686</cx:pt>
          <cx:pt idx="7471">0.71089998747088601</cx:pt>
          <cx:pt idx="7472">0.84309994666736898</cx:pt>
          <cx:pt idx="7473">0.84182383079214773</cx:pt>
          <cx:pt idx="7474">0.88454579978152981</cx:pt>
          <cx:pt idx="7475">0.41172715414928207</cx:pt>
          <cx:pt idx="7476">0.83843221501185206</cx:pt>
          <cx:pt idx="7477">0.91423697755280997</cx:pt>
          <cx:pt idx="7478">0.83607317047266461</cx:pt>
          <cx:pt idx="7479">0.90776273473702584</cx:pt>
          <cx:pt idx="7480">0.86016477053768803</cx:pt>
          <cx:pt idx="7481">0.55043927471603282</cx:pt>
          <cx:pt idx="7482">0.73468065751809852</cx:pt>
          <cx:pt idx="7483">0.8803742085131806</cx:pt>
          <cx:pt idx="7484">0.85264710512152098</cx:pt>
          <cx:pt idx="7485">0.52033239054779734</cx:pt>
          <cx:pt idx="7486">0.81718859673545408</cx:pt>
          <cx:pt idx="7487">0.84619447282734517</cx:pt>
          <cx:pt idx="7488">0.90417055498989496</cx:pt>
          <cx:pt idx="7489">0.76789729122209749</cx:pt>
          <cx:pt idx="7490">0.64990220831108259</cx:pt>
          <cx:pt idx="7491">0.69951625374051485</cx:pt>
          <cx:pt idx="7492">0.90606256274471264</cx:pt>
          <cx:pt idx="7493">0.54789175617486296</cx:pt>
          <cx:pt idx="7494">0.88584281718639279</cx:pt>
          <cx:pt idx="7495">0.88468044842667148</cx:pt>
          <cx:pt idx="7496">0.51436605065256502</cx:pt>
          <cx:pt idx="7497">0.61944390305562935</cx:pt>
          <cx:pt idx="7498">0.84440673125570009</cx:pt>
          <cx:pt idx="7499">0.67619342527315107</cx:pt>
          <cx:pt idx="7500">0.80155558838040197</cx:pt>
          <cx:pt idx="7501">0.90525574580826595</cx:pt>
          <cx:pt idx="7502">0.69154481237099741</cx:pt>
          <cx:pt idx="7503">0.81085805622568907</cx:pt>
          <cx:pt idx="7504">0.8736893304186194</cx:pt>
          <cx:pt idx="7505">0.90304348661548883</cx:pt>
          <cx:pt idx="7506">0.86013892523298063</cx:pt>
          <cx:pt idx="7507">0.91153279705049894</cx:pt>
          <cx:pt idx="7508">0.86745221422569085</cx:pt>
          <cx:pt idx="7509">0.86945104990059263</cx:pt>
          <cx:pt idx="7510">0.85629139495798778</cx:pt>
          <cx:pt idx="7511">0.61734842955982294</cx:pt>
          <cx:pt idx="7512">0.89145341112554322</cx:pt>
          <cx:pt idx="7513">0.82904163498037009</cx:pt>
          <cx:pt idx="7514">0.78159328853993215</cx:pt>
          <cx:pt idx="7515">0.36304120894539127</cx:pt>
          <cx:pt idx="7516">0.8401703645280596</cx:pt>
          <cx:pt idx="7517">0.58318456505989713</cx:pt>
          <cx:pt idx="7518">0.88729657921398497</cx:pt>
          <cx:pt idx="7519">0.90070499290746953</cx:pt>
          <cx:pt idx="7520">0.72866538962315941</cx:pt>
          <cx:pt idx="7521">0.74849741978823126</cx:pt>
          <cx:pt idx="7522">0.66465844902606741</cx:pt>
          <cx:pt idx="7523">0.70717981292740273</cx:pt>
          <cx:pt idx="7524">0.81091934760398943</cx:pt>
          <cx:pt idx="7525">0.85715615170564552</cx:pt>
          <cx:pt idx="7526">0.40351950998206371</cx:pt>
          <cx:pt idx="7527">0.64713245665381125</cx:pt>
          <cx:pt idx="7528">0.9546669575819059</cx:pt>
          <cx:pt idx="7529">0.71517702966588714</cx:pt>
          <cx:pt idx="7530">0.9297516663116856</cx:pt>
          <cx:pt idx="7531">0.94694337004723739</cx:pt>
          <cx:pt idx="7532">0.93001526435457027</cx:pt>
          <cx:pt idx="7533">0.92778180020251566</cx:pt>
          <cx:pt idx="7534">0.85757282269711121</cx:pt>
          <cx:pt idx="7535">0.74134474945825057</cx:pt>
          <cx:pt idx="7536">0.90890593639052808</cx:pt>
          <cx:pt idx="7537">0.77010834631802716</cx:pt>
          <cx:pt idx="7538">0.88210515957965629</cx:pt>
          <cx:pt idx="7539">0.49359317177963424</cx:pt>
          <cx:pt idx="7540">0.86903507082268128</cx:pt>
          <cx:pt idx="7541">0.85972015572730842</cx:pt>
          <cx:pt idx="7542">0.94400241774653715</cx:pt>
          <cx:pt idx="7543">0.60877405923853745</cx:pt>
          <cx:pt idx="7544">0.61124761862428145</cx:pt>
          <cx:pt idx="7545">0.8344901469024163</cx:pt>
          <cx:pt idx="7546">0.92608517475494834</cx:pt>
          <cx:pt idx="7547">0.87161205840937483</cx:pt>
          <cx:pt idx="7548">0.90397029013035324</cx:pt>
          <cx:pt idx="7549">0.90881439321115165</cx:pt>
          <cx:pt idx="7550">0.90115549582958532</cx:pt>
          <cx:pt idx="7551">0.91547354668229819</cx:pt>
          <cx:pt idx="7552">0.92487622969760175</cx:pt>
          <cx:pt idx="7553">0.95452114461133719</cx:pt>
          <cx:pt idx="7554">0.90524557547976514</cx:pt>
          <cx:pt idx="7555">0.67643550737278602</cx:pt>
          <cx:pt idx="7556">0.81763181583138222</cx:pt>
          <cx:pt idx="7557">0.83637219122724848</cx:pt>
          <cx:pt idx="7558">0.90422733339703842</cx:pt>
          <cx:pt idx="7559">0.85101856894683703</cx:pt>
          <cx:pt idx="7560">0.81702768880961185</cx:pt>
          <cx:pt idx="7561">0.85485133998846552</cx:pt>
          <cx:pt idx="7562">0.81759547980946112</cx:pt>
          <cx:pt idx="7563">0.94419670456084925</cx:pt>
          <cx:pt idx="7564">0.83858984203844233</cx:pt>
          <cx:pt idx="7565">0.8948705401521736</cx:pt>
          <cx:pt idx="7566">0.85429542753748067</cx:pt>
          <cx:pt idx="7567">0.75462975769636509</cx:pt>
          <cx:pt idx="7568">0.54323464496564244</cx:pt>
          <cx:pt idx="7569">0.63922687566035774</cx:pt>
          <cx:pt idx="7570">0.7677781953204722</cx:pt>
          <cx:pt idx="7571">0.74701360997771815</cx:pt>
          <cx:pt idx="7572">0.86379985836716044</cx:pt>
          <cx:pt idx="7573">0.93938937537011968</cx:pt>
          <cx:pt idx="7574">0.89372903745887189</cx:pt>
          <cx:pt idx="7575">0.81833080022742832</cx:pt>
          <cx:pt idx="7576">0.76639944642887503</cx:pt>
          <cx:pt idx="7577">0.48438704435800917</cx:pt>
          <cx:pt idx="7578">0.25145315116933059</cx:pt>
          <cx:pt idx="7579">0.65621533932376586</cx:pt>
          <cx:pt idx="7580">0.8899803005647946</cx:pt>
          <cx:pt idx="7581">0.91541706235565556</cx:pt>
          <cx:pt idx="7582">0.65377401672199442</cx:pt>
          <cx:pt idx="7583">0.7185781203895002</cx:pt>
          <cx:pt idx="7584">0.87811674166814302</cx:pt>
          <cx:pt idx="7585">0.59250975559514352</cx:pt>
          <cx:pt idx="7586">0.77470621314443755</cx:pt>
          <cx:pt idx="7587">0.5946807537201948</cx:pt>
          <cx:pt idx="7588">0.8323374705408173</cx:pt>
          <cx:pt idx="7589">0.86925459638397518</cx:pt>
          <cx:pt idx="7590">0.87486498956628189</cx:pt>
          <cx:pt idx="7591">0.68938974483915882</cx:pt>
          <cx:pt idx="7592">0.90279954062369083</cx:pt>
          <cx:pt idx="7593">0.85859848200834699</cx:pt>
          <cx:pt idx="7594">0.85078173595381612</cx:pt>
          <cx:pt idx="7595">0.23698834718955761</cx:pt>
          <cx:pt idx="7596">0.87968845977871857</cx:pt>
          <cx:pt idx="7597">0.76934904640567592</cx:pt>
          <cx:pt idx="7598">0.80106796830651339</cx:pt>
          <cx:pt idx="7599">0.92494331356572923</cx:pt>
          <cx:pt idx="7600">0.89474517295288603</cx:pt>
          <cx:pt idx="7601">0.65580960766636309</cx:pt>
          <cx:pt idx="7602">0.77782110752574951</cx:pt>
          <cx:pt idx="7603">0.91872182968422278</cx:pt>
          <cx:pt idx="7604">0.72680206462210795</cx:pt>
          <cx:pt idx="7605">0.81631954630778059</cx:pt>
          <cx:pt idx="7606">0.7298108330972477</cx:pt>
          <cx:pt idx="7607">0.83453469171005479</cx:pt>
          <cx:pt idx="7608">0.7962644694878378</cx:pt>
          <cx:pt idx="7609">0.89068663713629348</cx:pt>
          <cx:pt idx="7610">0.8578707669164557</cx:pt>
          <cx:pt idx="7611">0.89484473492461536</cx:pt>
          <cx:pt idx="7612">0.91249946164774154</cx:pt>
          <cx:pt idx="7613">0.8707934590321158</cx:pt>
          <cx:pt idx="7614">0.86092366222384176</cx:pt>
          <cx:pt idx="7615">0.62645714853496315</cx:pt>
          <cx:pt idx="7616">0.39159091052808376</cx:pt>
          <cx:pt idx="7617">0.75222232593893357</cx:pt>
          <cx:pt idx="7618">0.87403718539589303</cx:pt>
          <cx:pt idx="7619">0.87699889394475194</cx:pt>
          <cx:pt idx="7620">0.86352215131758392</cx:pt>
          <cx:pt idx="7621">0.62696658260524318</cx:pt>
          <cx:pt idx="7622">0.31197404939226148</cx:pt>
          <cx:pt idx="7623">0.80109937221183569</cx:pt>
          <cx:pt idx="7624">0.93370395376929383</cx:pt>
          <cx:pt idx="7625">0.6865900926258931</cx:pt>
          <cx:pt idx="7626">0.94992399345905987</cx:pt>
          <cx:pt idx="7627">0.67696505356548442</cx:pt>
          <cx:pt idx="7628">0.81871696304422714</cx:pt>
          <cx:pt idx="7629">0.25748253299359841</cx:pt>
          <cx:pt idx="7630">0.91629852260057454</cx:pt>
          <cx:pt idx="7631">0.84184042381639868</cx:pt>
          <cx:pt idx="7632">0.74340890130070802</cx:pt>
          <cx:pt idx="7633">0.91559601321846129</cx:pt>
          <cx:pt idx="7634">0.85696819072447117</cx:pt>
          <cx:pt idx="7635">0.83975046499966388</cx:pt>
          <cx:pt idx="7636">0.62791178779255907</cx:pt>
          <cx:pt idx="7637">0.79703745554511596</cx:pt>
          <cx:pt idx="7638">0.82176355751262653</cx:pt>
          <cx:pt idx="7639">0.19838106097836714</cx:pt>
          <cx:pt idx="7640">0.81144419974582849</cx:pt>
          <cx:pt idx="7641">0.40073910087186115</cx:pt>
          <cx:pt idx="7642">0.91183247085079833</cx:pt>
          <cx:pt idx="7643">0.65890751954021787</cx:pt>
          <cx:pt idx="7644">0.89270277889241689</cx:pt>
          <cx:pt idx="7645">0.90686547539956208</cx:pt>
          <cx:pt idx="7646">0.47431501403293563</cx:pt>
          <cx:pt idx="7647">0.83352794400461516</cx:pt>
          <cx:pt idx="7648">0.47483912660863653</cx:pt>
          <cx:pt idx="7649">0.76278842271844727</cx:pt>
          <cx:pt idx="7650">0.84236388743542001</cx:pt>
          <cx:pt idx="7651">0.63091101263126736</cx:pt>
          <cx:pt idx="7652">0.8710844887787067</cx:pt>
          <cx:pt idx="7653">0.66866463030410994</cx:pt>
          <cx:pt idx="7654">0.80252353211874361</cx:pt>
          <cx:pt idx="7655">0.87975802558841076</cx:pt>
          <cx:pt idx="7656">0.63084898364480968</cx:pt>
          <cx:pt idx="7657">0.91068575905561278</cx:pt>
          <cx:pt idx="7658">0.83608070400529155</cx:pt>
          <cx:pt idx="7659">0.87972842079834446</cx:pt>
          <cx:pt idx="7660">0.90561001406291997</cx:pt>
          <cx:pt idx="7661">0.65843275801239221</cx:pt>
          <cx:pt idx="7662">0.64573931635685711</cx:pt>
          <cx:pt idx="7663">0.72038877448571814</cx:pt>
          <cx:pt idx="7664">0.87040078705999369</cx:pt>
          <cx:pt idx="7665">0.67918594002589439</cx:pt>
          <cx:pt idx="7666">0.8651216596818383</cx:pt>
          <cx:pt idx="7667">0.77772043229299359</cx:pt>
          <cx:pt idx="7668">0.90402850320560013</cx:pt>
          <cx:pt idx="7669">0.72672503766579311</cx:pt>
          <cx:pt idx="7670">0.61454562429721404</cx:pt>
          <cx:pt idx="7671">0.90578167049720015</cx:pt>
          <cx:pt idx="7672">0.8991365036883241</cx:pt>
          <cx:pt idx="7673">0.63239876332019762</cx:pt>
          <cx:pt idx="7674">0.64796596047526289</cx:pt>
          <cx:pt idx="7675">0.38835521152840596</cx:pt>
          <cx:pt idx="7676">0.66252134561198683</cx:pt>
          <cx:pt idx="7677">0.90876243168431736</cx:pt>
          <cx:pt idx="7678">0.88483954068170134</cx:pt>
          <cx:pt idx="7679">0.82832412176430792</cx:pt>
          <cx:pt idx="7680">0.60430845854676229</cx:pt>
          <cx:pt idx="7681">0.94315883537265588</cx:pt>
          <cx:pt idx="7682">0.86727705613634054</cx:pt>
          <cx:pt idx="7683">0.70173720848868826</cx:pt>
          <cx:pt idx="7684">0.78019493854386612</cx:pt>
          <cx:pt idx="7685">0.81766296151814211</cx:pt>
          <cx:pt idx="7686">0.89142327077249872</cx:pt>
          <cx:pt idx="7687">0.41251818257000039</cx:pt>
          <cx:pt idx="7688">0.81647716514595892</cx:pt>
          <cx:pt idx="7689">0.8325442299289999</cx:pt>
          <cx:pt idx="7690">0.58202291822264351</cx:pt>
          <cx:pt idx="7691">0.91181446481208761</cx:pt>
          <cx:pt idx="7692">0.81758973413289349</cx:pt>
          <cx:pt idx="7693">0.87577758427512009</cx:pt>
          <cx:pt idx="7694">0.67921673675626459</cx:pt>
          <cx:pt idx="7695">0.86805138455483077</cx:pt>
          <cx:pt idx="7696">0.88983136370591265</cx:pt>
          <cx:pt idx="7697">0.88597526346008892</cx:pt>
          <cx:pt idx="7698">0.52504139717158393</cx:pt>
          <cx:pt idx="7699">0.71680519231206619</cx:pt>
          <cx:pt idx="7700">0.52156962239595617</cx:pt>
          <cx:pt idx="7701">0.82254533867852353</cx:pt>
          <cx:pt idx="7702">0.83798206039985901</cx:pt>
          <cx:pt idx="7703">0.5441805169394226</cx:pt>
          <cx:pt idx="7704">0.53485133096324522</cx:pt>
          <cx:pt idx="7705">0.50031092063833127</cx:pt>
          <cx:pt idx="7706">0.89638011535422235</cx:pt>
          <cx:pt idx="7707">0.87984210813299124</cx:pt>
          <cx:pt idx="7708">0.88150628496763794</cx:pt>
          <cx:pt idx="7709">0.57588019850811989</cx:pt>
          <cx:pt idx="7710">0.9130037100815207</cx:pt>
          <cx:pt idx="7711">0.86083815973033817</cx:pt>
          <cx:pt idx="7712">0.69991594767383014</cx:pt>
          <cx:pt idx="7713">0.86140841045181515</cx:pt>
          <cx:pt idx="7714">0.912379013401449</cx:pt>
          <cx:pt idx="7715">0.88628452774789435</cx:pt>
          <cx:pt idx="7716">0.34187993010738632</cx:pt>
          <cx:pt idx="7717">0.7415923321168707</cx:pt>
          <cx:pt idx="7718">0.69911509447872011</cx:pt>
          <cx:pt idx="7719">0.2711205605471535</cx:pt>
          <cx:pt idx="7720">0.63206566872788161</cx:pt>
          <cx:pt idx="7721">0.91603193971939689</cx:pt>
          <cx:pt idx="7722">0.87214711999782923</cx:pt>
          <cx:pt idx="7723">0.87720812296583728</cx:pt>
          <cx:pt idx="7724">0.80411812533381077</cx:pt>
          <cx:pt idx="7725">0.6838389409179142</cx:pt>
          <cx:pt idx="7726">0.50826122809230623</cx:pt>
          <cx:pt idx="7727">0.90876425758214174</cx:pt>
          <cx:pt idx="7728">0.68044837749230624</cx:pt>
          <cx:pt idx="7729">0.67567317934348636</cx:pt>
          <cx:pt idx="7730">0.83594501104164953</cx:pt>
          <cx:pt idx="7731">0.86264830390795011</cx:pt>
          <cx:pt idx="7732">0.74970998004396761</cx:pt>
          <cx:pt idx="7733">0.88196896616084108</cx:pt>
          <cx:pt idx="7734">0.6445035872134881</cx:pt>
          <cx:pt idx="7735">0.40151233331250213</cx:pt>
          <cx:pt idx="7736">0.82008863086511263</cx:pt>
          <cx:pt idx="7737">0.81664920480277436</cx:pt>
          <cx:pt idx="7738">0.73672677864215075</cx:pt>
          <cx:pt idx="7739">0.85420598127273795</cx:pt>
          <cx:pt idx="7740">0.21760993819027896</cx:pt>
          <cx:pt idx="7741">0.8929159503465971</cx:pt>
          <cx:pt idx="7742">0.91120483742639835</cx:pt>
          <cx:pt idx="7743">0.29764394110401726</cx:pt>
          <cx:pt idx="7744">0.91476005514001812</cx:pt>
          <cx:pt idx="7745">0.94499011609045169</cx:pt>
          <cx:pt idx="7746">0.63773641313422258</cx:pt>
          <cx:pt idx="7747">0.82381641619634072</cx:pt>
          <cx:pt idx="7748">0.70432297957786527</cx:pt>
          <cx:pt idx="7749">0.87027571834133244</cx:pt>
          <cx:pt idx="7750">0.80200688438356094</cx:pt>
          <cx:pt idx="7751">0.87365311112862731</cx:pt>
          <cx:pt idx="7752">0.91027991801621977</cx:pt>
          <cx:pt idx="7753">0.56698108761188992</cx:pt>
          <cx:pt idx="7754">0.86881734456428639</cx:pt>
          <cx:pt idx="7755">0.88073194108030095</cx:pt>
          <cx:pt idx="7756">0.7647414736501954</cx:pt>
          <cx:pt idx="7757">0.75895348984301059</cx:pt>
          <cx:pt idx="7758">0.58974707432124007</cx:pt>
          <cx:pt idx="7759">0.78106760486664728</cx:pt>
          <cx:pt idx="7760">0.92521689122203443</cx:pt>
          <cx:pt idx="7761">0.57095175808688203</cx:pt>
          <cx:pt idx="7762">0.89309034514682861</cx:pt>
          <cx:pt idx="7763">0.60985535776994582</cx:pt>
          <cx:pt idx="7764">0.92936994365617798</cx:pt>
          <cx:pt idx="7765">0.90369223824424327</cx:pt>
          <cx:pt idx="7766">0.35843422820605841</cx:pt>
          <cx:pt idx="7767">0.8992170543257163</cx:pt>
          <cx:pt idx="7768">0.87146974344517547</cx:pt>
          <cx:pt idx="7769">0.84078735299452712</cx:pt>
          <cx:pt idx="7770">0.91024779933968203</cx:pt>
          <cx:pt idx="7771">0.73063051049681538</cx:pt>
          <cx:pt idx="7772">0.86264578058505326</cx:pt>
          <cx:pt idx="7773">0.7014980247916861</cx:pt>
          <cx:pt idx="7774">0.55646745424205912</cx:pt>
          <cx:pt idx="7775">0.85676241557456123</cx:pt>
          <cx:pt idx="7776">0.90520814260996962</cx:pt>
          <cx:pt idx="7777">0.23567669172145519</cx:pt>
          <cx:pt idx="7778">0.87617250133035718</cx:pt>
          <cx:pt idx="7779">0.74791798711235447</cx:pt>
          <cx:pt idx="7780">0.83953114264706064</cx:pt>
          <cx:pt idx="7781">0.57890242387124424</cx:pt>
          <cx:pt idx="7782">0.86062421922885124</cx:pt>
          <cx:pt idx="7783">0.95458787687284463</cx:pt>
          <cx:pt idx="7784">0.83723544676651696</cx:pt>
          <cx:pt idx="7785">0.70559391042414843</cx:pt>
          <cx:pt idx="7786">0.73459365815382505</cx:pt>
          <cx:pt idx="7787">0.59450897854509965</cx:pt>
          <cx:pt idx="7788">0.72678641446264847</cx:pt>
          <cx:pt idx="7789">0.60538885544866583</cx:pt>
          <cx:pt idx="7790">0.8877938988978199</cx:pt>
          <cx:pt idx="7791">0.91035090375228889</cx:pt>
          <cx:pt idx="7792">0.62140141122237569</cx:pt>
          <cx:pt idx="7793">0.54736353459110665</cx:pt>
          <cx:pt idx="7794">0.4434893110680343</cx:pt>
          <cx:pt idx="7795">0.46374772958630472</cx:pt>
          <cx:pt idx="7796">0.85729220658416561</cx:pt>
          <cx:pt idx="7797">0.51604283731067646</cx:pt>
          <cx:pt idx="7798">0.7455434857116654</cx:pt>
          <cx:pt idx="7799">0.63276302224769188</cx:pt>
          <cx:pt idx="7800">0.70906616301656988</cx:pt>
          <cx:pt idx="7801">0.65962059476648693</cx:pt>
          <cx:pt idx="7802">0.71230866447878249</cx:pt>
          <cx:pt idx="7803">0.9113640007217706</cx:pt>
          <cx:pt idx="7804">0.78508010972857456</cx:pt>
          <cx:pt idx="7805">0.82132486398428017</cx:pt>
          <cx:pt idx="7806">0.61458262603289215</cx:pt>
          <cx:pt idx="7807">0.87669628261814569</cx:pt>
          <cx:pt idx="7808">0.91258478843463309</cx:pt>
          <cx:pt idx="7809">0.86744007349953256</cx:pt>
          <cx:pt idx="7810">0.87511484316758514</cx:pt>
          <cx:pt idx="7811">0.64929761858695123</cx:pt>
          <cx:pt idx="7812">0.8924577683071192</cx:pt>
          <cx:pt idx="7813">0.87054748825869965</cx:pt>
          <cx:pt idx="7814">0.87763807103859603</cx:pt>
          <cx:pt idx="7815">0.41601835412943039</cx:pt>
          <cx:pt idx="7816">0.8619060645151132</cx:pt>
          <cx:pt idx="7817">0.55679264285004793</cx:pt>
          <cx:pt idx="7818">0.92650495793852672</cx:pt>
          <cx:pt idx="7819">0.87314983614598618</cx:pt>
          <cx:pt idx="7820">0.92700933666030427</cx:pt>
          <cx:pt idx="7821">0.81712844973397591</cx:pt>
          <cx:pt idx="7822">0.80336460362428208</cx:pt>
          <cx:pt idx="7823">0.83756740731018098</cx:pt>
          <cx:pt idx="7824">0.89337061692457465</cx:pt>
          <cx:pt idx="7825">0.90774112270660356</cx:pt>
          <cx:pt idx="7826">0.49093159796511748</cx:pt>
          <cx:pt idx="7827">0.57581607410488245</cx:pt>
          <cx:pt idx="7828">0.56119776303658131</cx:pt>
          <cx:pt idx="7829">0.92881850071654759</cx:pt>
          <cx:pt idx="7830">0.2327873434380511</cx:pt>
          <cx:pt idx="7831">0.84108193739955539</cx:pt>
          <cx:pt idx="7832">0.82371846353404676</cx:pt>
          <cx:pt idx="7833">0.90723050791769211</cx:pt>
          <cx:pt idx="7834">0.88060969103806175</cx:pt>
          <cx:pt idx="7835">0.86921964629565329</cx:pt>
          <cx:pt idx="7836">0.81480050190433928</cx:pt>
          <cx:pt idx="7837">0.4940212484784976</cx:pt>
          <cx:pt idx="7838">0.29473503410216645</cx:pt>
          <cx:pt idx="7839">0.68257961003749645</cx:pt>
          <cx:pt idx="7840">0.54577644761664024</cx:pt>
          <cx:pt idx="7841">0.81691637607761503</cx:pt>
          <cx:pt idx="7842">0.78259222620116642</cx:pt>
          <cx:pt idx="7843">0.86898945100109692</cx:pt>
          <cx:pt idx="7844">0.9281777626017188</cx:pt>
          <cx:pt idx="7845">0.64870249765852106</cx:pt>
          <cx:pt idx="7846">0.87441312680611694</cx:pt>
          <cx:pt idx="7847">0.90403461328148949</cx:pt>
          <cx:pt idx="7848">0.73099374022480479</cx:pt>
          <cx:pt idx="7849">0.91056889657966933</cx:pt>
          <cx:pt idx="7850">0.90524814615969007</cx:pt>
          <cx:pt idx="7851">0.26995147381376394</cx:pt>
          <cx:pt idx="7852">0.81933878666566606</cx:pt>
          <cx:pt idx="7853">0.67747270697747541</cx:pt>
          <cx:pt idx="7854">0.68604192397724229</cx:pt>
          <cx:pt idx="7855">0.44893322216949977</cx:pt>
          <cx:pt idx="7856">0.82370648111638967</cx:pt>
          <cx:pt idx="7857">0.5094183696402852</cx:pt>
          <cx:pt idx="7858">0.68989490769911521</cx:pt>
          <cx:pt idx="7859">0.86946118913217296</cx:pt>
          <cx:pt idx="7860">0.88943562028933332</cx:pt>
          <cx:pt idx="7861">0.88178027202705878</cx:pt>
          <cx:pt idx="7862">0.49916763374577844</cx:pt>
          <cx:pt idx="7863">0.7394442964190594</cx:pt>
          <cx:pt idx="7864">0.90354053291062619</cx:pt>
          <cx:pt idx="7865">0.78819999149069475</cx:pt>
          <cx:pt idx="7866">0.68955868916306984</cx:pt>
          <cx:pt idx="7867">0.58517325257988551</cx:pt>
          <cx:pt idx="7868">0.84004681941722226</cx:pt>
          <cx:pt idx="7869">0.88941753807597401</cx:pt>
          <cx:pt idx="7870">0.78055466861193545</cx:pt>
          <cx:pt idx="7871">0.57118595328641519</cx:pt>
          <cx:pt idx="7872">0.83268161524124296</cx:pt>
          <cx:pt idx="7873">0.6205988648683155</cx:pt>
          <cx:pt idx="7874">0.88747720595298285</cx:pt>
          <cx:pt idx="7875">0.75478146868630869</cx:pt>
          <cx:pt idx="7876">0.62139131119190605</cx:pt>
          <cx:pt idx="7877">0.90646892000800561</cx:pt>
          <cx:pt idx="7878">0.91101878029324113</cx:pt>
          <cx:pt idx="7879">0.93763048990553111</cx:pt>
          <cx:pt idx="7880">0.87214123637855323</cx:pt>
          <cx:pt idx="7881">0.62005370929488157</cx:pt>
          <cx:pt idx="7882">0.81578532308966623</cx:pt>
          <cx:pt idx="7883">0.73919117025172754</cx:pt>
          <cx:pt idx="7884">0.65036936591211347</cx:pt>
          <cx:pt idx="7885">0.86035206377467544</cx:pt>
          <cx:pt idx="7886">0.90154920605786149</cx:pt>
          <cx:pt idx="7887">0.74711042257329496</cx:pt>
          <cx:pt idx="7888">0.83680306534074966</cx:pt>
          <cx:pt idx="7889">0.51389910836176678</cx:pt>
          <cx:pt idx="7890">0.6757828090248339</cx:pt>
          <cx:pt idx="7891">0.7502814650929327</cx:pt>
          <cx:pt idx="7892">0.65820504649346501</cx:pt>
          <cx:pt idx="7893">0.8569185811534763</cx:pt>
          <cx:pt idx="7894">0.68269658421632939</cx:pt>
          <cx:pt idx="7895">0.88479694019081712</cx:pt>
          <cx:pt idx="7896">0.82221814937577931</cx:pt>
          <cx:pt idx="7897">0.62869889205361429</cx:pt>
          <cx:pt idx="7898">0.68529680331925025</cx:pt>
          <cx:pt idx="7899">0.098733326798182308</cx:pt>
          <cx:pt idx="7900">0.74350971348997363</cx:pt>
          <cx:pt idx="7901">0.70129639161981228</cx:pt>
          <cx:pt idx="7902">0.86083197227373076</cx:pt>
          <cx:pt idx="7903">0.91810497400379842</cx:pt>
          <cx:pt idx="7904">0.86161243202616011</cx:pt>
          <cx:pt idx="7905">0.34906552297797216</cx:pt>
          <cx:pt idx="7906">0.52988741507823467</cx:pt>
          <cx:pt idx="7907">0.84601110482947273</cx:pt>
          <cx:pt idx="7908">0.80413616223291351</cx:pt>
          <cx:pt idx="7909">0.41333392902612459</cx:pt>
          <cx:pt idx="7910">0.6606824147341348</cx:pt>
          <cx:pt idx="7911">0.82399261796302714</cx:pt>
          <cx:pt idx="7912">0.87762711742934896</cx:pt>
          <cx:pt idx="7913">0.90689775988104193</cx:pt>
          <cx:pt idx="7914">0.39689973519544919</cx:pt>
          <cx:pt idx="7915">0.94588971845167025</cx:pt>
          <cx:pt idx="7916">0.82240092120164809</cx:pt>
          <cx:pt idx="7917">0.82091598180134329</cx:pt>
          <cx:pt idx="7918">0.81003669369936693</cx:pt>
          <cx:pt idx="7919">0.8704424716178446</cx:pt>
          <cx:pt idx="7920">0.91144986505155501</cx:pt>
          <cx:pt idx="7921">0.83198060099200155</cx:pt>
          <cx:pt idx="7922">0.670877249368516</cx:pt>
          <cx:pt idx="7923">0.67775991209208031</cx:pt>
          <cx:pt idx="7924">0.83835347972089413</cx:pt>
          <cx:pt idx="7925">0.46255725246260732</cx:pt>
          <cx:pt idx="7926">0.86878306111995629</cx:pt>
          <cx:pt idx="7927">0.53834022821209249</cx:pt>
          <cx:pt idx="7928">0.83473497540769437</cx:pt>
          <cx:pt idx="7929">0.92694472305234765</cx:pt>
          <cx:pt idx="7930">0.597238970612331</cx:pt>
          <cx:pt idx="7931">0.89009160463265702</cx:pt>
          <cx:pt idx="7932">0.23360003876118701</cx:pt>
          <cx:pt idx="7933">0.93122313108985122</cx:pt>
          <cx:pt idx="7934">0.8592777288469885</cx:pt>
          <cx:pt idx="7935">0.39950358710952949</cx:pt>
          <cx:pt idx="7936">0.89542526553985025</cx:pt>
          <cx:pt idx="7937">0.62039997639984701</cx:pt>
          <cx:pt idx="7938">0.90290526504934998</cx:pt>
          <cx:pt idx="7939">0.88261951440774655</cx:pt>
          <cx:pt idx="7940">0.85980490087169059</cx:pt>
          <cx:pt idx="7941">0.44640417986679504</cx:pt>
          <cx:pt idx="7942">0.83942634114931658</cx:pt>
          <cx:pt idx="7943">0.87274239766787964</cx:pt>
          <cx:pt idx="7944">0.55670997170264014</cx:pt>
          <cx:pt idx="7945">0.85354248529665355</cx:pt>
          <cx:pt idx="7946">0.90833835772107141</cx:pt>
          <cx:pt idx="7947">0.89453970168153907</cx:pt>
          <cx:pt idx="7948">0.23768383332213203</cx:pt>
          <cx:pt idx="7949">0.83809561430270207</cx:pt>
          <cx:pt idx="7950">0.93152363943159333</cx:pt>
          <cx:pt idx="7951">0.90888233504932414</cx:pt>
          <cx:pt idx="7952">0.63893039072044833</cx:pt>
          <cx:pt idx="7953">0.30075393049817478</cx:pt>
          <cx:pt idx="7954">0.63285044959108172</cx:pt>
          <cx:pt idx="7955">0.85732867253438971</cx:pt>
          <cx:pt idx="7956">0.89356606496907975</cx:pt>
          <cx:pt idx="7957">0.85863606106568557</cx:pt>
          <cx:pt idx="7958">0.49201139762806106</cx:pt>
          <cx:pt idx="7959">0.8149655562701964</cx:pt>
          <cx:pt idx="7960">0.82061486828622687</cx:pt>
          <cx:pt idx="7961">0.43965211476409666</cx:pt>
          <cx:pt idx="7962">0.74194859265626589</cx:pt>
          <cx:pt idx="7963">0.36997816873376954</cx:pt>
          <cx:pt idx="7964">0.76113748748532228</cx:pt>
          <cx:pt idx="7965">0.87246438389041892</cx:pt>
          <cx:pt idx="7966">0.72668497872004612</cx:pt>
          <cx:pt idx="7967">0.87555363399641128</cx:pt>
          <cx:pt idx="7968">0.70879368580506974</cx:pt>
          <cx:pt idx="7969">0.73515765353254381</cx:pt>
          <cx:pt idx="7970">0.77671113393511881</cx:pt>
          <cx:pt idx="7971">0.91555793877173197</cx:pt>
          <cx:pt idx="7972">0.51354718794352849</cx:pt>
          <cx:pt idx="7973">0.84181508586767728</cx:pt>
          <cx:pt idx="7974">0.83485438279055901</cx:pt>
          <cx:pt idx="7975">0.90453832634973652</cx:pt>
          <cx:pt idx="7976">0.74514157766166955</cx:pt>
          <cx:pt idx="7977">0.8220008990386577</cx:pt>
          <cx:pt idx="7978">0.86823157189615041</cx:pt>
          <cx:pt idx="7979">0.44740929879377767</cx:pt>
          <cx:pt idx="7980">0.47639329633856747</cx:pt>
          <cx:pt idx="7981">0.88927741161311014</cx:pt>
          <cx:pt idx="7982">0.80373875669020067</cx:pt>
          <cx:pt idx="7983">0.90598756338204922</cx:pt>
          <cx:pt idx="7984">0.53605690130664541</cx:pt>
          <cx:pt idx="7985">0.80189806210671843</cx:pt>
          <cx:pt idx="7986">0.64546595097474058</cx:pt>
          <cx:pt idx="7987">0.80969665309211203</cx:pt>
          <cx:pt idx="7988">0.91246047126472474</cx:pt>
          <cx:pt idx="7989">0.78650207067885836</cx:pt>
          <cx:pt idx="7990">0.89316227606446164</cx:pt>
          <cx:pt idx="7991">0.68750297704424912</cx:pt>
          <cx:pt idx="7992">0.85288912734659494</cx:pt>
          <cx:pt idx="7993">0.68519890895121749</cx:pt>
          <cx:pt idx="7994">0.92086274690273151</cx:pt>
          <cx:pt idx="7995">0.82718886373306111</cx:pt>
          <cx:pt idx="7996">0.67956915239325333</cx:pt>
          <cx:pt idx="7997">0.85457537485587176</cx:pt>
          <cx:pt idx="7998">0.66922952459981144</cx:pt>
          <cx:pt idx="7999">0.94148237594970186</cx:pt>
          <cx:pt idx="8000">0.90317756614218292</cx:pt>
          <cx:pt idx="8001">0.70904623990521209</cx:pt>
          <cx:pt idx="8002">0.83993260191726105</cx:pt>
          <cx:pt idx="8003">0.86754088731455226</cx:pt>
          <cx:pt idx="8004">0.87052468120104221</cx:pt>
          <cx:pt idx="8005">0.64969967864877143</cx:pt>
          <cx:pt idx="8006">0.40884994493789051</cx:pt>
          <cx:pt idx="8007">0.7430622590601319</cx:pt>
          <cx:pt idx="8008">0.85801247823999482</cx:pt>
          <cx:pt idx="8009">0.8068039901741868</cx:pt>
          <cx:pt idx="8010">0.86352226014997402</cx:pt>
          <cx:pt idx="8011">0.8706331497424965</cx:pt>
          <cx:pt idx="8012">0.61888395000752172</cx:pt>
          <cx:pt idx="8013">0.90722586216056644</cx:pt>
          <cx:pt idx="8014">0.86789113580963428</cx:pt>
          <cx:pt idx="8015">0.88071042983489944</cx:pt>
          <cx:pt idx="8016">0.88041478188279532</cx:pt>
          <cx:pt idx="8017">0.79465569140750125</cx:pt>
          <cx:pt idx="8018">0.37886949191105035</cx:pt>
          <cx:pt idx="8019">0.95302011606941361</cx:pt>
          <cx:pt idx="8020">0.85937425407178991</cx:pt>
          <cx:pt idx="8021">0.87689767194870727</cx:pt>
          <cx:pt idx="8022">0.89747936280321883</cx:pt>
          <cx:pt idx="8023">0.9029381946010997</cx:pt>
          <cx:pt idx="8024">0.89220087944258986</cx:pt>
          <cx:pt idx="8025">0.83253132950534914</cx:pt>
          <cx:pt idx="8026">0.82045260752348903</cx:pt>
          <cx:pt idx="8027">0.87856698912724418</cx:pt>
          <cx:pt idx="8028">0.65842271360878279</cx:pt>
          <cx:pt idx="8029">0.72683741584741313</cx:pt>
          <cx:pt idx="8030">0.73432936125296744</cx:pt>
          <cx:pt idx="8031">0.8567276430996742</cx:pt>
          <cx:pt idx="8032">0.80137518458516899</cx:pt>
          <cx:pt idx="8033">0.70054244329270643</cx:pt>
          <cx:pt idx="8034">0.78343719972609782</cx:pt>
          <cx:pt idx="8035">0.87180680726342397</cx:pt>
          <cx:pt idx="8036">0.88424208865770315</cx:pt>
          <cx:pt idx="8037">0.77880904889475955</cx:pt>
          <cx:pt idx="8038">0.81622487524184817</cx:pt>
          <cx:pt idx="8039">0.76640821358480904</cx:pt>
          <cx:pt idx="8040">0.89332351872376048</cx:pt>
          <cx:pt idx="8041">0.44200782770956898</cx:pt>
          <cx:pt idx="8042">0.82069860534810957</cx:pt>
          <cx:pt idx="8043">0.84130674551038154</cx:pt>
          <cx:pt idx="8044">0.87616052600846683</cx:pt>
          <cx:pt idx="8045">0.90063089431991916</cx:pt>
          <cx:pt idx="8046">0.8949826589705755</cx:pt>
          <cx:pt idx="8047">0.90738578226346767</cx:pt>
          <cx:pt idx="8048">0.74616974303875649</cx:pt>
          <cx:pt idx="8049">0.27573673015000444</cx:pt>
          <cx:pt idx="8050">0.49971358007468314</cx:pt>
          <cx:pt idx="8051">0.66473960722580616</cx:pt>
          <cx:pt idx="8052">0.8824975040010884</cx:pt>
          <cx:pt idx="8053">0.5556801664734824</cx:pt>
          <cx:pt idx="8054">0.63294586842607603</cx:pt>
          <cx:pt idx="8055">0.91153770705652082</cx:pt>
          <cx:pt idx="8056">0.91056389653952829</cx:pt>
          <cx:pt idx="8057">0.8546918491759028</cx:pt>
          <cx:pt idx="8058">0.86086331793439774</cx:pt>
          <cx:pt idx="8059">0.77504484289728071</cx:pt>
          <cx:pt idx="8060">0.37237415383427841</cx:pt>
          <cx:pt idx="8061">0.67379866791411758</cx:pt>
          <cx:pt idx="8062">0.92488207305356296</cx:pt>
          <cx:pt idx="8063">0.88420316641177954</cx:pt>
          <cx:pt idx="8064">0.74217943522809515</cx:pt>
          <cx:pt idx="8065">0.55767317745939482</cx:pt>
          <cx:pt idx="8066">0.69415030877321293</cx:pt>
          <cx:pt idx="8067">0.84038112688607769</cx:pt>
          <cx:pt idx="8068">0.64702032157899858</cx:pt>
          <cx:pt idx="8069">0.85766082088443019</cx:pt>
          <cx:pt idx="8070">0.87629572584269833</cx:pt>
          <cx:pt idx="8071">0.65676752859614074</cx:pt>
          <cx:pt idx="8072">0.56673756889894256</cx:pt>
          <cx:pt idx="8073">0.90385534041689142</cx:pt>
          <cx:pt idx="8074">0.93259472062233295</cx:pt>
          <cx:pt idx="8075">0.84602739504069424</cx:pt>
          <cx:pt idx="8076">0.24295935606498795</cx:pt>
          <cx:pt idx="8077">0.86774325560838728</cx:pt>
          <cx:pt idx="8078">0.83669592867074183</cx:pt>
          <cx:pt idx="8079">0.83457447297566867</cx:pt>
          <cx:pt idx="8080">0.59362069265827266</cx:pt>
          <cx:pt idx="8081">0.51642228428547166</cx:pt>
          <cx:pt idx="8082">0.90532150562010094</cx:pt>
          <cx:pt idx="8083">0.90326696632655645</cx:pt>
          <cx:pt idx="8084">0.73216855706062844</cx:pt>
          <cx:pt idx="8085">0.64669246941970115</cx:pt>
          <cx:pt idx="8086">0.90293352861857723</cx:pt>
          <cx:pt idx="8087">0.783927213985394</cx:pt>
          <cx:pt idx="8088">0.83978146090814698</cx:pt>
          <cx:pt idx="8089">0.87916094579202342</cx:pt>
          <cx:pt idx="8090">0.70535443792521169</cx:pt>
          <cx:pt idx="8091">0.74442438355182994</cx:pt>
          <cx:pt idx="8092">0.34949620142608145</cx:pt>
          <cx:pt idx="8093">0.84082230179962592</cx:pt>
          <cx:pt idx="8094">0.90585143733025841</cx:pt>
          <cx:pt idx="8095">0.6208920064492941</cx:pt>
          <cx:pt idx="8096">0.89730206795522338</cx:pt>
          <cx:pt idx="8097">0.89183759893748571</cx:pt>
          <cx:pt idx="8098">0.55598149775583305</cx:pt>
          <cx:pt idx="8099">0.87837681641039367</cx:pt>
          <cx:pt idx="8100">0.95129182369009957</cx:pt>
          <cx:pt idx="8101">0.4747772972309367</cx:pt>
          <cx:pt idx="8102">0.68836200791323665</cx:pt>
          <cx:pt idx="8103">0.48614455404999396</cx:pt>
          <cx:pt idx="8104">0.88769609949530903</cx:pt>
          <cx:pt idx="8105">0.94075462937998899</cx:pt>
          <cx:pt idx="8106">0.79403844477012997</cx:pt>
          <cx:pt idx="8107">0.32412656736963602</cx:pt>
          <cx:pt idx="8108">0.45916729139844065</cx:pt>
          <cx:pt idx="8109">0.31952764295852404</cx:pt>
          <cx:pt idx="8110">0.64312216617212403</cx:pt>
          <cx:pt idx="8111">0.57965931047746566</cx:pt>
          <cx:pt idx="8112">0.87555277873328641</cx:pt>
          <cx:pt idx="8113">0.59409830398765018</cx:pt>
          <cx:pt idx="8114">0.86941996891012518</cx:pt>
          <cx:pt idx="8115">0.88148861193186678</cx:pt>
          <cx:pt idx="8116">0.36242218287124317</cx:pt>
          <cx:pt idx="8117">0.85350934474734852</cx:pt>
          <cx:pt idx="8118">0.66015026121990128</cx:pt>
          <cx:pt idx="8119">0.83846599460858662</cx:pt>
          <cx:pt idx="8120">0.91093642434372435</cx:pt>
          <cx:pt idx="8121">0.76699487392169075</cx:pt>
          <cx:pt idx="8122">0.85739180755867683</cx:pt>
          <cx:pt idx="8123">0.89375886550789019</cx:pt>
          <cx:pt idx="8124">0.87449804162252354</cx:pt>
          <cx:pt idx="8125">0.29686198179483636</cx:pt>
          <cx:pt idx="8126">0.85781361820929614</cx:pt>
          <cx:pt idx="8127">0.89273636975149595</cx:pt>
          <cx:pt idx="8128">0.85507278977817625</cx:pt>
          <cx:pt idx="8129">0.40797701441082951</cx:pt>
          <cx:pt idx="8130">0.59658655664747395</cx:pt>
          <cx:pt idx="8131">0.67196334362280696</cx:pt>
          <cx:pt idx="8132">0.86114448211659333</cx:pt>
          <cx:pt idx="8133">0.92095296836072105</cx:pt>
          <cx:pt idx="8134">0.91170517944618368</cx:pt>
          <cx:pt idx="8135">0.89274312087527496</cx:pt>
          <cx:pt idx="8136">0.91520513744292376</cx:pt>
          <cx:pt idx="8137">0.91054981615272823</cx:pt>
          <cx:pt idx="8138">0.57078603962415364</cx:pt>
          <cx:pt idx="8139">0.86759457339153823</cx:pt>
          <cx:pt idx="8140">0.90399122994694248</cx:pt>
          <cx:pt idx="8141">0.85911683869563071</cx:pt>
          <cx:pt idx="8142">0.88608036098138265</cx:pt>
          <cx:pt idx="8143">0.86138177223890444</cx:pt>
          <cx:pt idx="8144">0.6554907612543811</cx:pt>
          <cx:pt idx="8145">0.47054340953117912</cx:pt>
          <cx:pt idx="8146">0.81498553996940359</cx:pt>
          <cx:pt idx="8147">0.90561695513531459</cx:pt>
          <cx:pt idx="8148">0.90808093492692499</cx:pt>
          <cx:pt idx="8149">0.4229574454128972</cx:pt>
          <cx:pt idx="8150">0.81825462936165871</cx:pt>
          <cx:pt idx="8151">0.83700472175988749</cx:pt>
          <cx:pt idx="8152">0.4016156433935828</cx:pt>
          <cx:pt idx="8153">0.89318865119858493</cx:pt>
          <cx:pt idx="8154">0.81457201432584392</cx:pt>
          <cx:pt idx="8155">0.81553075987361978</cx:pt>
          <cx:pt idx="8156">0.88299274279725903</cx:pt>
          <cx:pt idx="8157">0.51384866173242227</cx:pt>
          <cx:pt idx="8158">0.80518565699808708</cx:pt>
          <cx:pt idx="8159">0.4877446959019468</cx:pt>
          <cx:pt idx="8160">0.34839876132942843</cx:pt>
          <cx:pt idx="8161">0.88825226344770558</cx:pt>
          <cx:pt idx="8162">0.85809402618825881</cx:pt>
          <cx:pt idx="8163">0.91345485025596862</cx:pt>
          <cx:pt idx="8164">0.92581654958567661</cx:pt>
          <cx:pt idx="8165">0.88314981554923544</cx:pt>
          <cx:pt idx="8166">0.67927394015704545</cx:pt>
          <cx:pt idx="8167">0.91278475467554832</cx:pt>
          <cx:pt idx="8168">0.25957368647947843</cx:pt>
          <cx:pt idx="8169">0.89972514705684714</cx:pt>
          <cx:pt idx="8170">0.84134666482004539</cx:pt>
          <cx:pt idx="8171">0.78477556224024214</cx:pt>
          <cx:pt idx="8172">0.91933302412915119</cx:pt>
          <cx:pt idx="8173">0.85421336863148167</cx:pt>
          <cx:pt idx="8174">0.905030244485163</cx:pt>
          <cx:pt idx="8175">0.85422087386435641</cx:pt>
          <cx:pt idx="8176">0.86184793204423527</cx:pt>
          <cx:pt idx="8177">0.78943676177082434</cx:pt>
          <cx:pt idx="8178">0.90391682840531185</cx:pt>
          <cx:pt idx="8179">0.65759475082238572</cx:pt>
          <cx:pt idx="8180">0.90272936726322195</cx:pt>
          <cx:pt idx="8181">0.7035713617042173</cx:pt>
          <cx:pt idx="8182">0.77372822669072761</cx:pt>
          <cx:pt idx="8183">0.90268846682057979</cx:pt>
          <cx:pt idx="8184">0.3792134610814239</cx:pt>
          <cx:pt idx="8185">0.89761205352343365</cx:pt>
          <cx:pt idx="8186">0.83711578602853853</cx:pt>
          <cx:pt idx="8187">0.6649535336993615</cx:pt>
          <cx:pt idx="8188">0.85969786997931186</cx:pt>
          <cx:pt idx="8189">0.85694402194257813</cx:pt>
          <cx:pt idx="8190">0.56180327075307679</cx:pt>
          <cx:pt idx="8191">0.91023235771423405</cx:pt>
          <cx:pt idx="8192">0.87365036773986893</cx:pt>
          <cx:pt idx="8193">0.70435479739725615</cx:pt>
          <cx:pt idx="8194">0.87432211042419827</cx:pt>
          <cx:pt idx="8195">0.89849143377539664</cx:pt>
          <cx:pt idx="8196">0.63517967450662849</cx:pt>
          <cx:pt idx="8197">0.4788518383441564</cx:pt>
          <cx:pt idx="8198">0.4589324688810672</cx:pt>
          <cx:pt idx="8199">0.48908146070336889</cx:pt>
          <cx:pt idx="8200">0.84871708693093473</cx:pt>
          <cx:pt idx="8201">0.86745474421900415</cx:pt>
          <cx:pt idx="8202">0.85849472669815241</cx:pt>
          <cx:pt idx="8203">0.90385112616950924</cx:pt>
          <cx:pt idx="8204">0.81806593703479424</cx:pt>
          <cx:pt idx="8205">0.87271284373781177</cx:pt>
          <cx:pt idx="8206">0.8915269403194318</cx:pt>
          <cx:pt idx="8207">0.41927851103143232</cx:pt>
          <cx:pt idx="8208">0.9095726570764604</cx:pt>
          <cx:pt idx="8209">0.83677003019517493</cx:pt>
          <cx:pt idx="8210">0.72994921586529027</cx:pt>
          <cx:pt idx="8211">0.84040159503721712</cx:pt>
          <cx:pt idx="8212">0.57738966503512867</cx:pt>
          <cx:pt idx="8213">0.89391249131555894</cx:pt>
          <cx:pt idx="8214">0.86323621563440778</cx:pt>
          <cx:pt idx="8215">0.7830552097679413</cx:pt>
          <cx:pt idx="8216">0.8787314880715803</cx:pt>
          <cx:pt idx="8217">0.90765955758757688</cx:pt>
          <cx:pt idx="8218">0.83806124104943458</cx:pt>
          <cx:pt idx="8219">0.56031591461749319</cx:pt>
          <cx:pt idx="8220">0.91151397843566961</cx:pt>
          <cx:pt idx="8221">0.86891117142725582</cx:pt>
          <cx:pt idx="8222">0.95500829739173143</cx:pt>
          <cx:pt idx="8223">0.52311486433502863</cx:pt>
          <cx:pt idx="8224">0.58884428459797311</cx:pt>
          <cx:pt idx="8225">0.57364207103549525</cx:pt>
          <cx:pt idx="8226">0.5766615299189779</cx:pt>
          <cx:pt idx="8227">0.90585816634919303</cx:pt>
          <cx:pt idx="8228">0.90378432863487679</cx:pt>
          <cx:pt idx="8229">0.20185564488501359</cx:pt>
          <cx:pt idx="8230">0.90323629959428764</cx:pt>
          <cx:pt idx="8231">0.79719026343446553</cx:pt>
          <cx:pt idx="8232">0.68295295647874954</cx:pt>
          <cx:pt idx="8233">0.89253612033078644</cx:pt>
          <cx:pt idx="8234">0.81250005330151109</cx:pt>
          <cx:pt idx="8235">0.57432376957294906</cx:pt>
          <cx:pt idx="8236">0.54955639592076155</cx:pt>
          <cx:pt idx="8237">0.85954573119569533</cx:pt>
          <cx:pt idx="8238">0.46372617301160152</cx:pt>
          <cx:pt idx="8239">0.54896711899722062</cx:pt>
          <cx:pt idx="8240">0.83675511836452476</cx:pt>
          <cx:pt idx="8241">0.81233875897917762</cx:pt>
          <cx:pt idx="8242">0.88775990168564534</cx:pt>
          <cx:pt idx="8243">0.81383304690406499</cx:pt>
          <cx:pt idx="8244">0.90876903428843203</cx:pt>
          <cx:pt idx="8245">0.6824920610267744</cx:pt>
          <cx:pt idx="8246">0.86136132391933884</cx:pt>
          <cx:pt idx="8247">0.81859825001026221</cx:pt>
          <cx:pt idx="8248">0.81175679306573645</cx:pt>
          <cx:pt idx="8249">0.69979535810399129</cx:pt>
          <cx:pt idx="8250">0.80313295612407354</cx:pt>
          <cx:pt idx="8251">0.30913190970137683</cx:pt>
          <cx:pt idx="8252">0.5997287358014437</cx:pt>
          <cx:pt idx="8253">0.6704884839072891</cx:pt>
          <cx:pt idx="8254">0.76425528312800672</cx:pt>
          <cx:pt idx="8255">0.63607598619006789</cx:pt>
          <cx:pt idx="8256">0.64277291214636778</cx:pt>
          <cx:pt idx="8257">0.47090131172675176</cx:pt>
          <cx:pt idx="8258">0.55569599037143858</cx:pt>
          <cx:pt idx="8259">0.91785570146973838</cx:pt>
          <cx:pt idx="8260">0.62337622530643044</cx:pt>
          <cx:pt idx="8261">0.5607364486516605</cx:pt>
          <cx:pt idx="8262">0.83809754795450608</cx:pt>
          <cx:pt idx="8263">0.65518890548919329</cx:pt>
          <cx:pt idx="8264">0.62864862626995355</cx:pt>
          <cx:pt idx="8265">0.90352255990582486</cx:pt>
          <cx:pt idx="8266">0.83289212284260572</cx:pt>
          <cx:pt idx="8267">0.76217431016302273</cx:pt>
          <cx:pt idx="8268">0.56263072632409294</cx:pt>
          <cx:pt idx="8269">0.87489513604147739</cx:pt>
          <cx:pt idx="8270">0.95343889124614545</cx:pt>
          <cx:pt idx="8271">0.53796846409908605</cx:pt>
          <cx:pt idx="8272">0.44744980308100146</cx:pt>
          <cx:pt idx="8273">0.49943427994133904</cx:pt>
          <cx:pt idx="8274">0.87575200485594851</cx:pt>
          <cx:pt idx="8275">0.81303863918937347</cx:pt>
          <cx:pt idx="8276">0.85776922984850645</cx:pt>
          <cx:pt idx="8277">0.54578831719939525</cx:pt>
          <cx:pt idx="8278">0.87520063724467079</cx:pt>
          <cx:pt idx="8279">0.71327723133030152</cx:pt>
          <cx:pt idx="8280">0.81507329270554696</cx:pt>
          <cx:pt idx="8281">0.89605392162707198</cx:pt>
          <cx:pt idx="8282">0.84511032272282027</cx:pt>
          <cx:pt idx="8283">0.87234867731504651</cx:pt>
          <cx:pt idx="8284">0.85502669916176521</cx:pt>
          <cx:pt idx="8285">0.60302704162896836</cx:pt>
          <cx:pt idx="8286">0.65645424919935536</cx:pt>
          <cx:pt idx="8287">0.39731767470702745</cx:pt>
          <cx:pt idx="8288">0.87702212944442115</cx:pt>
          <cx:pt idx="8289">0.8239394682130774</cx:pt>
          <cx:pt idx="8290">0.72124673837624786</cx:pt>
          <cx:pt idx="8291">0.60862649543146907</cx:pt>
          <cx:pt idx="8292">0.56057332218322764</cx:pt>
          <cx:pt idx="8293">0.59162756108245074</cx:pt>
          <cx:pt idx="8294">0.79970040632177153</cx:pt>
          <cx:pt idx="8295">0.87379591317310079</cx:pt>
          <cx:pt idx="8296">0.4609840226666066</cx:pt>
          <cx:pt idx="8297">0.52177849256743691</cx:pt>
          <cx:pt idx="8298">0.76554791218841411</cx:pt>
          <cx:pt idx="8299">0.90898008052255252</cx:pt>
          <cx:pt idx="8300">0.31445891220521677</cx:pt>
          <cx:pt idx="8301">0.4259632932212149</cx:pt>
          <cx:pt idx="8302">0.78022733116291676</cx:pt>
          <cx:pt idx="8303">0.87047742006887219</cx:pt>
          <cx:pt idx="8304">0.89894414047149185</cx:pt>
          <cx:pt idx="8305">0.91512239161501485</cx:pt>
          <cx:pt idx="8306">0.86892469544120243</cx:pt>
          <cx:pt idx="8307">0.85778163746443037</cx:pt>
          <cx:pt idx="8308">0.28854845040184329</cx:pt>
          <cx:pt idx="8309">0.93258654071984748</cx:pt>
          <cx:pt idx="8310">0.50085817890831597</cx:pt>
          <cx:pt idx="8311">0.64579065057158336</cx:pt>
          <cx:pt idx="8312">0.83735060256294469</cx:pt>
          <cx:pt idx="8313">0.86749234565327715</cx:pt>
          <cx:pt idx="8314">0.76842467700418982</cx:pt>
          <cx:pt idx="8315">0.92110707198664532</cx:pt>
          <cx:pt idx="8316">0.81523815243008524</cx:pt>
          <cx:pt idx="8317">0.23919233362483211</cx:pt>
          <cx:pt idx="8318">0.8708382060514529</cx:pt>
          <cx:pt idx="8319">0.94348373222605009</cx:pt>
          <cx:pt idx="8320">0.78419265700171314</cx:pt>
          <cx:pt idx="8321">0.81048669511711291</cx:pt>
          <cx:pt idx="8322">0.63827477797997845</cx:pt>
          <cx:pt idx="8323">0.90490602852594126</cx:pt>
          <cx:pt idx="8324">0.91138572437928178</cx:pt>
          <cx:pt idx="8325">0.67287801028686223</cx:pt>
          <cx:pt idx="8326">0.90334822615401877</cx:pt>
          <cx:pt idx="8327">0.84601233738061854</cx:pt>
          <cx:pt idx="8328">0.74801240994307172</cx:pt>
          <cx:pt idx="8329">0.91574506760502705</cx:pt>
          <cx:pt idx="8330">0.70429305094185446</cx:pt>
          <cx:pt idx="8331">0.76813514306949038</cx:pt>
          <cx:pt idx="8332">0.69967559163101722</cx:pt>
          <cx:pt idx="8333">0.81350788607930202</cx:pt>
          <cx:pt idx="8334">0.9136471803234103</cx:pt>
          <cx:pt idx="8335">0.90382506147512254</cx:pt>
          <cx:pt idx="8336">0.91217782511076162</cx:pt>
          <cx:pt idx="8337">0.63167373334126142</cx:pt>
          <cx:pt idx="8338">0.8101851328349059</cx:pt>
          <cx:pt idx="8339">0.90715959750479602</cx:pt>
          <cx:pt idx="8340">0.90969957013374847</cx:pt>
          <cx:pt idx="8341">0.88627197499714039</cx:pt>
          <cx:pt idx="8342">0.84497003200614829</cx:pt>
          <cx:pt idx="8343">0.46556783000868235</cx:pt>
          <cx:pt idx="8344">0.8762770392458108</cx:pt>
          <cx:pt idx="8345">0.64413110495244641</cx:pt>
          <cx:pt idx="8346">0.72005582240425947</cx:pt>
          <cx:pt idx="8347">0.90305242915273043</cx:pt>
          <cx:pt idx="8348">0.59619054095831236</cx:pt>
          <cx:pt idx="8349">0.63523810488937427</cx:pt>
          <cx:pt idx="8350">0.90775518209573192</cx:pt>
          <cx:pt idx="8351">0.8748037330848325</cx:pt>
          <cx:pt idx="8352">0.8763685753321786</cx:pt>
          <cx:pt idx="8353">0.71185470786185945</cx:pt>
          <cx:pt idx="8354">0.91387977193655701</cx:pt>
          <cx:pt idx="8355">0.63373976485805783</cx:pt>
          <cx:pt idx="8356">0.9079730258630242</cx:pt>
          <cx:pt idx="8357">0.93349406825269055</cx:pt>
          <cx:pt idx="8358">0.80895403927766618</cx:pt>
          <cx:pt idx="8359">0.86725887430004522</cx:pt>
          <cx:pt idx="8360">0.56750776627498944</cx:pt>
          <cx:pt idx="8361">0.68045508469101268</cx:pt>
          <cx:pt idx="8362">0.55240854125874284</cx:pt>
          <cx:pt idx="8363">0.90752652927069433</cx:pt>
          <cx:pt idx="8364">0.91762418659516698</cx:pt>
          <cx:pt idx="8365">0.91108880228970601</cx:pt>
          <cx:pt idx="8366">0.90357504607295192</cx:pt>
          <cx:pt idx="8367">0.83864610811105922</cx:pt>
          <cx:pt idx="8368">0.84102319652399982</cx:pt>
          <cx:pt idx="8369">0.85634705332468708</cx:pt>
          <cx:pt idx="8370">0.55294186027773651</cx:pt>
          <cx:pt idx="8371">0.48215783120792</cx:pt>
          <cx:pt idx="8372">0.62634700867338544</cx:pt>
          <cx:pt idx="8373">0.79665293039095431</cx:pt>
          <cx:pt idx="8374">0.88321679365987893</cx:pt>
          <cx:pt idx="8375">0.66021824620148351</cx:pt>
          <cx:pt idx="8376">0.72505579221930128</cx:pt>
          <cx:pt idx="8377">0.62542714332506399</cx:pt>
          <cx:pt idx="8378">0.74464508083023229</cx:pt>
          <cx:pt idx="8379">0.83650081567812662</cx:pt>
          <cx:pt idx="8380">0.85722214590773116</cx:pt>
          <cx:pt idx="8381">0.8186850081584669</cx:pt>
          <cx:pt idx="8382">0.66893502799208704</cx:pt>
          <cx:pt idx="8383">0.61723275097783559</cx:pt>
          <cx:pt idx="8384">0.9135519714861704</cx:pt>
          <cx:pt idx="8385">0.83612333381021342</cx:pt>
          <cx:pt idx="8386">0.70551800251860852</cx:pt>
          <cx:pt idx="8387">0.6291930190265933</cx:pt>
          <cx:pt idx="8388">0.89104511853751922</cx:pt>
          <cx:pt idx="8389">0.54662409157483483</cx:pt>
          <cx:pt idx="8390">0.66841661278240472</cx:pt>
          <cx:pt idx="8391">0.87597049594609333</cx:pt>
          <cx:pt idx="8392">0.8014850001318562</cx:pt>
          <cx:pt idx="8393">0.81760983613402327</cx:pt>
          <cx:pt idx="8394">0.89100368339230773</cx:pt>
          <cx:pt idx="8395">0.68826464253580755</cx:pt>
          <cx:pt idx="8396">0.73525598934154779</cx:pt>
          <cx:pt idx="8397">0.88003579660808695</cx:pt>
          <cx:pt idx="8398">0.83961897172546229</cx:pt>
          <cx:pt idx="8399">0.89866411446817307</cx:pt>
          <cx:pt idx="8400">0.67055797357753344</cx:pt>
          <cx:pt idx="8401">0.66080804315303876</cx:pt>
          <cx:pt idx="8402">0.83634156627021583</cx:pt>
          <cx:pt idx="8403">0.59255372483685453</cx:pt>
          <cx:pt idx="8404">0.34380054387657394</cx:pt>
          <cx:pt idx="8405">0.75972581545157558</cx:pt>
          <cx:pt idx="8406">0.83765639183138885</cx:pt>
          <cx:pt idx="8407">0.66956914610919183</cx:pt>
          <cx:pt idx="8408">0.68758947014661187</cx:pt>
          <cx:pt idx="8409">0.6342343447547949</cx:pt>
          <cx:pt idx="8410">0.95235976240209419</cx:pt>
          <cx:pt idx="8411">0.83686271886864527</cx:pt>
          <cx:pt idx="8412">0.52054669575645784</cx:pt>
          <cx:pt idx="8413">0.88524805179778931</cx:pt>
          <cx:pt idx="8414">0.94771244740915961</cx:pt>
          <cx:pt idx="8415">0.63434839130588316</cx:pt>
          <cx:pt idx="8416">0.85707018329186679</cx:pt>
          <cx:pt idx="8417">0.84185473670476374</cx:pt>
          <cx:pt idx="8418">0.88952271258068338</cx:pt>
          <cx:pt idx="8419">0.91251524970226483</cx:pt>
          <cx:pt idx="8420">0.63118752767676944</cx:pt>
          <cx:pt idx="8421">0.65773726623116913</cx:pt>
          <cx:pt idx="8422">0.86969628441167612</cx:pt>
          <cx:pt idx="8423">0.85681043420000591</cx:pt>
          <cx:pt idx="8424">0.65581330942165328</cx:pt>
          <cx:pt idx="8425">0.37392998718589887</cx:pt>
          <cx:pt idx="8426">0.92486394035277053</cx:pt>
          <cx:pt idx="8427">0.83740802351360466</cx:pt>
          <cx:pt idx="8428">0.89565331096290812</cx:pt>
          <cx:pt idx="8429">0.86075437685506861</cx:pt>
          <cx:pt idx="8430">0.87823821262981894</cx:pt>
          <cx:pt idx="8431">0.88507374484156687</cx:pt>
          <cx:pt idx="8432">0.48674230098135357</cx:pt>
          <cx:pt idx="8433">0.76231345405957018</cx:pt>
          <cx:pt idx="8434">0.89071452665997131</cx:pt>
          <cx:pt idx="8435">0.87489861173053174</cx:pt>
          <cx:pt idx="8436">0.9109837049236863</cx:pt>
          <cx:pt idx="8437">0.87425153167958281</cx:pt>
          <cx:pt idx="8438">0.83423147656159091</cx:pt>
          <cx:pt idx="8439">0.80681011873836905</cx:pt>
          <cx:pt idx="8440">0.83464830095951781</cx:pt>
          <cx:pt idx="8441">0.76144683600969798</cx:pt>
          <cx:pt idx="8442">0.88771071988446237</cx:pt>
          <cx:pt idx="8443">0.60601925827838543</cx:pt>
          <cx:pt idx="8444">0.87562512047927465</cx:pt>
          <cx:pt idx="8445">0.61609654222804522</cx:pt>
          <cx:pt idx="8446">0.84095918006479142</cx:pt>
          <cx:pt idx="8447">0.8011793511127947</cx:pt>
          <cx:pt idx="8448">0.9117829096540786</cx:pt>
          <cx:pt idx="8449">0.89020232243460584</cx:pt>
          <cx:pt idx="8450">0.8618565351269053</cx:pt>
          <cx:pt idx="8451">0.87637158299076967</cx:pt>
          <cx:pt idx="8452">0.60536522274737747</cx:pt>
          <cx:pt idx="8453">0.70055024992271719</cx:pt>
          <cx:pt idx="8454">0.37995018962126165</cx:pt>
          <cx:pt idx="8455">0.91321446339647794</cx:pt>
          <cx:pt idx="8456">0.91046921447485263</cx:pt>
          <cx:pt idx="8457">0.59756739510735501</cx:pt>
          <cx:pt idx="8458">0.38235004622489144</cx:pt>
          <cx:pt idx="8459">0.83913498435239664</cx:pt>
          <cx:pt idx="8460">0.56055834993556841</cx:pt>
          <cx:pt idx="8461">0.83836149775903457</cx:pt>
          <cx:pt idx="8462">0.8213618578081564</cx:pt>
          <cx:pt idx="8463">0.57270705252813148</cx:pt>
          <cx:pt idx="8464">0.69577556366907456</cx:pt>
          <cx:pt idx="8465">0.56832038299849252</cx:pt>
          <cx:pt idx="8466">0.78944709865679252</cx:pt>
          <cx:pt idx="8467">0.87430238942904881</cx:pt>
          <cx:pt idx="8468">0.64925422826473023</cx:pt>
          <cx:pt idx="8469">0.94732637759002614</cx:pt>
          <cx:pt idx="8470">0.60556579827133006</cx:pt>
          <cx:pt idx="8471">0.8150717656933707</cx:pt>
          <cx:pt idx="8472">0.61108924954168675</cx:pt>
          <cx:pt idx="8473">0.75760214500670109</cx:pt>
          <cx:pt idx="8474">0.62072601427021523</cx:pt>
          <cx:pt idx="8475">0.77909774140017596</cx:pt>
          <cx:pt idx="8476">0.52849039106941498</cx:pt>
          <cx:pt idx="8477">0.90775166807840013</cx:pt>
          <cx:pt idx="8478">0.86849936112967385</cx:pt>
          <cx:pt idx="8479">0.8404514563386648</cx:pt>
          <cx:pt idx="8480">0.49750323899162269</cx:pt>
          <cx:pt idx="8481">0.87935320147318485</cx:pt>
          <cx:pt idx="8482">0.83501505502098106</cx:pt>
          <cx:pt idx="8483">0.65409731627033274</cx:pt>
          <cx:pt idx="8484">0.88178322801376496</cx:pt>
          <cx:pt idx="8485">0.53635292787391586</cx:pt>
          <cx:pt idx="8486">0.83352958522872445</cx:pt>
          <cx:pt idx="8487">0.81973868397914318</cx:pt>
          <cx:pt idx="8488">0.87661058103897949</cx:pt>
          <cx:pt idx="8489">0.90483448320800353</cx:pt>
          <cx:pt idx="8490">0.57670850456353184</cx:pt>
          <cx:pt idx="8491">0.62691898063009632</cx:pt>
          <cx:pt idx="8492">0.8340062936153092</cx:pt>
          <cx:pt idx="8493">0.87360554925957534</cx:pt>
          <cx:pt idx="8494">0.90435083689688656</cx:pt>
          <cx:pt idx="8495">0.48839428465649509</cx:pt>
          <cx:pt idx="8496">0.84066417506148139</cx:pt>
          <cx:pt idx="8497">0.64361444131435708</cx:pt>
          <cx:pt idx="8498">0.85888576227751812</cx:pt>
          <cx:pt idx="8499">0.5328920172317716</cx:pt>
          <cx:pt idx="8500">0.37643736402643724</cx:pt>
          <cx:pt idx="8501">0.6639650606332842</cx:pt>
          <cx:pt idx="8502">0.58771217251009522</cx:pt>
          <cx:pt idx="8503">0.65658141994816044</cx:pt>
          <cx:pt idx="8504">0.83748908144326228</cx:pt>
          <cx:pt idx="8505">0.91836797611015153</cx:pt>
          <cx:pt idx="8506">0.85134489642269418</cx:pt>
          <cx:pt idx="8507">0.8954820212844401</cx:pt>
          <cx:pt idx="8508">0.87710675226375923</cx:pt>
          <cx:pt idx="8509">0.90804594995835997</cx:pt>
          <cx:pt idx="8510">0.86913316563310516</cx:pt>
          <cx:pt idx="8511">0.40585212441891505</cx:pt>
          <cx:pt idx="8512">0.85429448580981715</cx:pt>
          <cx:pt idx="8513">0.93267286795689719</cx:pt>
          <cx:pt idx="8514">0.81478595035809465</cx:pt>
          <cx:pt idx="8515">0.81156061846652638</cx:pt>
          <cx:pt idx="8516">0.89284626696675962</cx:pt>
          <cx:pt idx="8517">0.53225063947711626</cx:pt>
          <cx:pt idx="8518">0.89569068869124235</cx:pt>
          <cx:pt idx="8519">0.8123685910693127</cx:pt>
          <cx:pt idx="8520">0.81648104866040117</cx:pt>
          <cx:pt idx="8521">0.67747453521286616</cx:pt>
          <cx:pt idx="8522">0.84318679438901056</cx:pt>
          <cx:pt idx="8523">0.87338508268015425</cx:pt>
          <cx:pt idx="8524">0.79250611393594861</cx:pt>
          <cx:pt idx="8525">0.83925624638713303</cx:pt>
          <cx:pt idx="8526">0.41481590928739365</cx:pt>
          <cx:pt idx="8527">0.89461108295249669</cx:pt>
          <cx:pt idx="8528">0.89168999965162588</cx:pt>
          <cx:pt idx="8529">0.89285259950453733</cx:pt>
          <cx:pt idx="8530">0.8863648125354886</cx:pt>
          <cx:pt idx="8531">0.94069534149997669</cx:pt>
          <cx:pt idx="8532">0.83960639677485427</cx:pt>
          <cx:pt idx="8533">0.52172329731216016</cx:pt>
          <cx:pt idx="8534">0.83548927072610868</cx:pt>
          <cx:pt idx="8535">0.83658224967991612</cx:pt>
          <cx:pt idx="8536">0.61134139833301437</cx:pt>
          <cx:pt idx="8537">0.8118469965528935</cx:pt>
          <cx:pt idx="8538">0.70573578765388334</cx:pt>
          <cx:pt idx="8539">0.57045790059872437</cx:pt>
          <cx:pt idx="8540">0.87350735700346027</cx:pt>
          <cx:pt idx="8541">0.90844599414726457</cx:pt>
          <cx:pt idx="8542">0.24859292041030584</cx:pt>
          <cx:pt idx="8543">0.90906850441060272</cx:pt>
          <cx:pt idx="8544">0.87253049939282057</cx:pt>
          <cx:pt idx="8545">0.87500416623486965</cx:pt>
          <cx:pt idx="8546">0.68936658267445949</cx:pt>
          <cx:pt idx="8547">0.74209727298976891</cx:pt>
          <cx:pt idx="8548">0.85848520478909629</cx:pt>
          <cx:pt idx="8549">0.86011939016299255</cx:pt>
          <cx:pt idx="8550">0.5046793913546338</cx:pt>
          <cx:pt idx="8551">0.68630771327786633</cx:pt>
          <cx:pt idx="8552">0.64274965735637279</cx:pt>
          <cx:pt idx="8553">0.63337886429383528</cx:pt>
          <cx:pt idx="8554">0.52681478427380346</cx:pt>
          <cx:pt idx="8555">0.60863886066449568</cx:pt>
          <cx:pt idx="8556">0.85986124613512882</cx:pt>
          <cx:pt idx="8557">0.86123813134372662</cx:pt>
          <cx:pt idx="8558">0.59982278606686312</cx:pt>
          <cx:pt idx="8559">0.91063853116614291</cx:pt>
          <cx:pt idx="8560">0.90957251319287158</cx:pt>
          <cx:pt idx="8561">0.86257939441533793</cx:pt>
          <cx:pt idx="8562">0.88941684500238505</cx:pt>
          <cx:pt idx="8563">0.90765156726863105</cx:pt>
          <cx:pt idx="8564">0.82828414771863867</cx:pt>
          <cx:pt idx="8565">0.86224602931379379</cx:pt>
          <cx:pt idx="8566">0.72214741777251668</cx:pt>
          <cx:pt idx="8567">0.74732068475029245</cx:pt>
          <cx:pt idx="8568">0.40332175048273533</cx:pt>
          <cx:pt idx="8569">0.82002417025866381</cx:pt>
          <cx:pt idx="8570">0.55851572675701311</cx:pt>
          <cx:pt idx="8571">0.74268480955189242</cx:pt>
          <cx:pt idx="8572">0.44748544457662709</cx:pt>
          <cx:pt idx="8573">0.5447358742343944</cx:pt>
          <cx:pt idx="8574">0.48131179809416691</cx:pt>
          <cx:pt idx="8575">0.83343991201271939</cx:pt>
          <cx:pt idx="8576">0.84035132587931316</cx:pt>
          <cx:pt idx="8577">0.9070724757240104</cx:pt>
          <cx:pt idx="8578">0.31160424667538694</cx:pt>
          <cx:pt idx="8579">0.66322619844283637</cx:pt>
          <cx:pt idx="8580">0.85740956127002366</cx:pt>
          <cx:pt idx="8581">0.29491186500922029</cx:pt>
          <cx:pt idx="8582">0.3289053433043112</cx:pt>
          <cx:pt idx="8583">0.85577823444272805</cx:pt>
          <cx:pt idx="8584">0.46476035875733712</cx:pt>
          <cx:pt idx="8585">0.89427008885023973</cx:pt>
          <cx:pt idx="8586">0.66223803210340515</cx:pt>
          <cx:pt idx="8587">0.59484373272584457</cx:pt>
          <cx:pt idx="8588">0.95132698178164299</cx:pt>
          <cx:pt idx="8589">0.63291995072088647</cx:pt>
          <cx:pt idx="8590">0.76957698875098401</cx:pt>
          <cx:pt idx="8591">0.82319099841105769</cx:pt>
          <cx:pt idx="8592">0.90976126522603118</cx:pt>
          <cx:pt idx="8593">0.67856406651763568</cx:pt>
          <cx:pt idx="8594">0.90386608241902877</cx:pt>
          <cx:pt idx="8595">0.47407483402184825</cx:pt>
          <cx:pt idx="8596">0.89857138675759429</cx:pt>
          <cx:pt idx="8597">0.87704604627531046</cx:pt>
          <cx:pt idx="8598">0.71246458848562488</cx:pt>
          <cx:pt idx="8599">0.90854313703748701</cx:pt>
          <cx:pt idx="8600">0.67448714059924508</cx:pt>
          <cx:pt idx="8601">0.59229446815881981</cx:pt>
          <cx:pt idx="8602">0.90669878014618865</cx:pt>
          <cx:pt idx="8603">0.64573653489385696</cx:pt>
          <cx:pt idx="8604">0.48757037121640706</cx:pt>
          <cx:pt idx="8605">0.89810980461453227</cx:pt>
          <cx:pt idx="8606">0.79911846472281411</cx:pt>
          <cx:pt idx="8607">0.82342011002286919</cx:pt>
          <cx:pt idx="8608">0.81498517763692901</cx:pt>
          <cx:pt idx="8609">0.73584938485439544</cx:pt>
          <cx:pt idx="8610">0.87518375533044102</cx:pt>
          <cx:pt idx="8611">0.72729083000347183</cx:pt>
          <cx:pt idx="8612">0.62416509199245906</cx:pt>
          <cx:pt idx="8613">0.87453128228096488</cx:pt>
          <cx:pt idx="8614">0.90666855712067251</cx:pt>
          <cx:pt idx="8615">0.5271783062893014</cx:pt>
          <cx:pt idx="8616">0.86000208062889627</cx:pt>
          <cx:pt idx="8617">0.87464610440350654</cx:pt>
          <cx:pt idx="8618">0.70299892846408263</cx:pt>
          <cx:pt idx="8619">0.90894061618144151</cx:pt>
          <cx:pt idx="8620">0.43464527236425626</cx:pt>
          <cx:pt idx="8621">0.40706117900596239</cx:pt>
          <cx:pt idx="8622">0.83986347079689938</cx:pt>
          <cx:pt idx="8623">0.862099692452302</cx:pt>
          <cx:pt idx="8624">0.23143282813478125</cx:pt>
          <cx:pt idx="8625">0.83579695666915432</cx:pt>
          <cx:pt idx="8626">0.86998849302950076</cx:pt>
          <cx:pt idx="8627">0.82081427908604998</cx:pt>
          <cx:pt idx="8628">0.81632532512882228</cx:pt>
          <cx:pt idx="8629">0.90696443587259667</cx:pt>
          <cx:pt idx="8630">0.87687985839350346</cx:pt>
          <cx:pt idx="8631">0.89016213389296106</cx:pt>
          <cx:pt idx="8632">0.90443908373680093</cx:pt>
          <cx:pt idx="8633">0.89226204770304762</cx:pt>
          <cx:pt idx="8634">0.64122063098951021</cx:pt>
          <cx:pt idx="8635">0.90981828237420903</cx:pt>
          <cx:pt idx="8636">0.89223617056385507</cx:pt>
          <cx:pt idx="8637">0.50393697298616991</cx:pt>
          <cx:pt idx="8638">0.8151822391474558</cx:pt>
          <cx:pt idx="8639">0.86950740670962356</cx:pt>
          <cx:pt idx="8640">0.87389296990853127</cx:pt>
          <cx:pt idx="8641">0.82877030436158328</cx:pt>
          <cx:pt idx="8642">0.72718950895995405</cx:pt>
          <cx:pt idx="8643">0.87995759089062819</cx:pt>
          <cx:pt idx="8644">0.30990763490073447</cx:pt>
          <cx:pt idx="8645">0.7021959704472448</cx:pt>
          <cx:pt idx="8646">0.90518707459976133</cx:pt>
          <cx:pt idx="8647">0.85222704490001422</cx:pt>
          <cx:pt idx="8648">0.70048071492330721</cx:pt>
          <cx:pt idx="8649">0.84038201955078828</cx:pt>
          <cx:pt idx="8650">0.7832946293366746</cx:pt>
          <cx:pt idx="8651">0.52794776022834511</cx:pt>
          <cx:pt idx="8652">0.88130845220767851</cx:pt>
          <cx:pt idx="8653">0.73884168278911688</cx:pt>
          <cx:pt idx="8654">0.75214462699715856</cx:pt>
          <cx:pt idx="8655">0.59101520664670337</cx:pt>
          <cx:pt idx="8656">0.55515607574058856</cx:pt>
          <cx:pt idx="8657">0.85654177212479565</cx:pt>
          <cx:pt idx="8658">0.56210987879694563</cx:pt>
          <cx:pt idx="8659">0.80610317673523413</cx:pt>
          <cx:pt idx="8660">0.83066647076077649</cx:pt>
          <cx:pt idx="8661">0.88170368450991587</cx:pt>
          <cx:pt idx="8662">0.90614072463824757</cx:pt>
          <cx:pt idx="8663">0.77892848119746949</cx:pt>
          <cx:pt idx="8664">0.38252763038415644</cx:pt>
          <cx:pt idx="8665">0.90837835105372966</cx:pt>
          <cx:pt idx="8666">0.87261629432583654</cx:pt>
          <cx:pt idx="8667">0.8155611706145538</cx:pt>
          <cx:pt idx="8668">0.91635152299147338</cx:pt>
          <cx:pt idx="8669">0.86905791485549133</cx:pt>
          <cx:pt idx="8670">0.81061780961315355</cx:pt>
          <cx:pt idx="8671">0.3484938580173893</cx:pt>
          <cx:pt idx="8672">0.72024616033834332</cx:pt>
          <cx:pt idx="8673">0.82030928664872182</cx:pt>
          <cx:pt idx="8674">0.45783206949288224</cx:pt>
          <cx:pt idx="8675">0.70069491986985544</cx:pt>
          <cx:pt idx="8676">0.89366169095317483</cx:pt>
          <cx:pt idx="8677">0.87525966113371012</cx:pt>
          <cx:pt idx="8678">0.86558918001839968</cx:pt>
          <cx:pt idx="8679">0.76016460010478382</cx:pt>
          <cx:pt idx="8680">0.44792749953607464</cx:pt>
          <cx:pt idx="8681">0.83755962725162703</cx:pt>
          <cx:pt idx="8682">0.68851154038679585</cx:pt>
          <cx:pt idx="8683">0.88623298348608304</cx:pt>
          <cx:pt idx="8684">0.86052445313448633</cx:pt>
          <cx:pt idx="8685">0.67660891667342604</cx:pt>
          <cx:pt idx="8686">0.87282520512532891</cx:pt>
          <cx:pt idx="8687">0.85950575615585645</cx:pt>
          <cx:pt idx="8688">0.3138543167700365</cx:pt>
          <cx:pt idx="8689">0.85612230829445601</cx:pt>
          <cx:pt idx="8690">0.72827298067345747</cx:pt>
          <cx:pt idx="8691">0.74267767337968671</cx:pt>
          <cx:pt idx="8692">0.50245042426118924</cx:pt>
          <cx:pt idx="8693">0.74277608268955009</cx:pt>
          <cx:pt idx="8694">0.91446673730140926</cx:pt>
          <cx:pt idx="8695">0.90300209351674809</cx:pt>
          <cx:pt idx="8696">0.90843157769168925</cx:pt>
          <cx:pt idx="8697">0.86738339217522908</cx:pt>
          <cx:pt idx="8698">0.802264126276659</cx:pt>
          <cx:pt idx="8699">0.88565389792160509</cx:pt>
          <cx:pt idx="8700">0.8929514791320623</cx:pt>
          <cx:pt idx="8701">0.8843604184908308</cx:pt>
          <cx:pt idx="8702">0.9383130674935144</cx:pt>
          <cx:pt idx="8703">0.87618669216115641</cx:pt>
          <cx:pt idx="8704">0.88192845398231323</cx:pt>
          <cx:pt idx="8705">0.73494895903028012</cx:pt>
          <cx:pt idx="8706">0.71827348058332852</cx:pt>
          <cx:pt idx="8707">0.91051571390365837</cx:pt>
          <cx:pt idx="8708">0.70177716015325708</cx:pt>
          <cx:pt idx="8709">0.46448980297372916</cx:pt>
          <cx:pt idx="8710">0.88762911582937476</cx:pt>
          <cx:pt idx="8711">0.68089354003895886</cx:pt>
          <cx:pt idx="8712">0.6062804158636439</cx:pt>
          <cx:pt idx="8713">0.90778712859102495</cx:pt>
          <cx:pt idx="8714">0.78367659537787004</cx:pt>
          <cx:pt idx="8715">0.57393365783711714</cx:pt>
          <cx:pt idx="8716">0.88965874719932436</cx:pt>
          <cx:pt idx="8717">0.89972542548011214</cx:pt>
          <cx:pt idx="8718">0.87174745133602694</cx:pt>
          <cx:pt idx="8719">0.56066875788949266</cx:pt>
          <cx:pt idx="8720">0.83330012734614722</cx:pt>
          <cx:pt idx="8721">0.85908802842670839</cx:pt>
          <cx:pt idx="8722">0.83926388202800628</cx:pt>
          <cx:pt idx="8723">0.77982053084822356</cx:pt>
          <cx:pt idx="8724">0.6660780779858102</cx:pt>
          <cx:pt idx="8725">0.89805035973868819</cx:pt>
          <cx:pt idx="8726">0.82078184295068424</cx:pt>
          <cx:pt idx="8727">0.73513309381213066</cx:pt>
          <cx:pt idx="8728">0.39575445528162528</cx:pt>
          <cx:pt idx="8729">0.38715834855972203</cx:pt>
          <cx:pt idx="8730">0.62115652091503482</cx:pt>
          <cx:pt idx="8731">0.71125589154632884</cx:pt>
          <cx:pt idx="8732">0.90457527404227578</cx:pt>
          <cx:pt idx="8733">0.89767874544437942</cx:pt>
          <cx:pt idx="8734">0.87007439606995518</cx:pt>
          <cx:pt idx="8735">0.55792783132753077</cx:pt>
          <cx:pt idx="8736">0.66241909442160385</cx:pt>
          <cx:pt idx="8737">0.75966052548451068</cx:pt>
          <cx:pt idx="8738">0.90608959991827043</cx:pt>
          <cx:pt idx="8739">0.89295398691314465</cx:pt>
          <cx:pt idx="8740">0.83762375585620108</cx:pt>
          <cx:pt idx="8741">0.43477900473931386</cx:pt>
          <cx:pt idx="8742">0.7899349777483643</cx:pt>
          <cx:pt idx="8743">0.84089273518855046</cx:pt>
          <cx:pt idx="8744">0.90327228023657835</cx:pt>
          <cx:pt idx="8745">0.93098813607220487</cx:pt>
          <cx:pt idx="8746">0.7015145791323032</cx:pt>
          <cx:pt idx="8747">0.94138433787244846</cx:pt>
          <cx:pt idx="8748">0.27729521930496709</cx:pt>
          <cx:pt idx="8749">0.90979516468662058</cx:pt>
          <cx:pt idx="8750">0.65047631363131175</cx:pt>
          <cx:pt idx="8751">0.59084628870066114</cx:pt>
          <cx:pt idx="8752">0.73231799445401558</cx:pt>
          <cx:pt idx="8753">0.89223445690222625</cx:pt>
          <cx:pt idx="8754">0.91505568256128333</cx:pt>
          <cx:pt idx="8755">0.6234502781167901</cx:pt>
          <cx:pt idx="8756">0.90507804117611212</cx:pt>
          <cx:pt idx="8757">0.79194565508499626</cx:pt>
          <cx:pt idx="8758">0.8631257163957522</cx:pt>
          <cx:pt idx="8759">0.85976453820514054</cx:pt>
          <cx:pt idx="8760">0.89219354992161259</cx:pt>
          <cx:pt idx="8761">0.88540931815722712</cx:pt>
          <cx:pt idx="8762">0.95078698396823136</cx:pt>
          <cx:pt idx="8763">0.40322239189717035</cx:pt>
          <cx:pt idx="8764">0.72848651759592686</cx:pt>
          <cx:pt idx="8765">0.87495515876836805</cx:pt>
          <cx:pt idx="8766">0.87107539548530122</cx:pt>
          <cx:pt idx="8767">0.87194754711013978</cx:pt>
          <cx:pt idx="8768">0.87478009002957657</cx:pt>
          <cx:pt idx="8769">0.66381913977025864</cx:pt>
          <cx:pt idx="8770">0.77269672099739783</cx:pt>
          <cx:pt idx="8771">0.71437296128813332</cx:pt>
          <cx:pt idx="8772">0.81168663173303768</cx:pt>
          <cx:pt idx="8773">0.48546292506960603</cx:pt>
          <cx:pt idx="8774">0.7841043361226816</cx:pt>
          <cx:pt idx="8775">0.8717811276051618</cx:pt>
          <cx:pt idx="8776">0.5563207049271589</cx:pt>
          <cx:pt idx="8777">0.8727322196635473</cx:pt>
          <cx:pt idx="8778">0.81942313591274374</cx:pt>
          <cx:pt idx="8779">0.83401834454039825</cx:pt>
          <cx:pt idx="8780">0.52666355569917911</cx:pt>
          <cx:pt idx="8781">0.80365954842685183</cx:pt>
          <cx:pt idx="8782">0.88545412011753499</cx:pt>
          <cx:pt idx="8783">0.91673049955050756</cx:pt>
          <cx:pt idx="8784">0.88756869210511002</cx:pt>
          <cx:pt idx="8785">0.55916443274318994</cx:pt>
          <cx:pt idx="8786">0.83298491427017507</cx:pt>
          <cx:pt idx="8787">0.76732305348896546</cx:pt>
          <cx:pt idx="8788">0.50602324370257812</cx:pt>
          <cx:pt idx="8789">0.70179059160420076</cx:pt>
          <cx:pt idx="8790">0.51693405416087979</cx:pt>
          <cx:pt idx="8791">0.55183528671725413</cx:pt>
          <cx:pt idx="8792">0.48753626959344259</cx:pt>
          <cx:pt idx="8793">0.87258778076856214</cx:pt>
          <cx:pt idx="8794">0.90244289199781114</cx:pt>
          <cx:pt idx="8795">0.8762491501563302</cx:pt>
          <cx:pt idx="8796">0.86314862161582473</cx:pt>
          <cx:pt idx="8797">0.54612190857458642</cx:pt>
          <cx:pt idx="8798">0.73098067104509734</cx:pt>
          <cx:pt idx="8799">0.55958555019081646</cx:pt>
          <cx:pt idx="8800">0.94798142969460175</cx:pt>
          <cx:pt idx="8801">0.80333324506553683</cx:pt>
          <cx:pt idx="8802">0.38346202976754795</cx:pt>
          <cx:pt idx="8803">0.42080789396060558</cx:pt>
          <cx:pt idx="8804">0.48092322564072809</cx:pt>
          <cx:pt idx="8805">0.88655640213256282</cx:pt>
          <cx:pt idx="8806">0.57622208019398513</cx:pt>
          <cx:pt idx="8807">0.83930376793833228</cx:pt>
          <cx:pt idx="8808">0.94156527903523557</cx:pt>
          <cx:pt idx="8809">0.87640966129909181</cx:pt>
          <cx:pt idx="8810">0.86040045778056151</cx:pt>
          <cx:pt idx="8811">0.84019351111865426</cx:pt>
          <cx:pt idx="8812">0.62622215112445334</cx:pt>
          <cx:pt idx="8813">0.87314397210986039</cx:pt>
          <cx:pt idx="8814">0.7840201601350999</cx:pt>
          <cx:pt idx="8815">0.7840994529215054</cx:pt>
          <cx:pt idx="8816">0.8940509992576271</cx:pt>
          <cx:pt idx="8817">0.60921849962293739</cx:pt>
          <cx:pt idx="8818">0.7860678511262964</cx:pt>
          <cx:pt idx="8819">0.86749028098635184</cx:pt>
          <cx:pt idx="8820">0.81513296190137041</cx:pt>
          <cx:pt idx="8821">0.65465301709551393</cx:pt>
          <cx:pt idx="8822">0.42376403402679819</cx:pt>
          <cx:pt idx="8823">0.62365247191105</cx:pt>
          <cx:pt idx="8824">0.90677693702043305</cx:pt>
          <cx:pt idx="8825">0.55051815256287928</cx:pt>
          <cx:pt idx="8826">0.83450598030147516</cx:pt>
          <cx:pt idx="8827">0.91045885769384016</cx:pt>
          <cx:pt idx="8828">0.88448371109520096</cx:pt>
          <cx:pt idx="8829">0.81586399343898885</cx:pt>
          <cx:pt idx="8830">0.92996629321258584</cx:pt>
          <cx:pt idx="8831">0.95658252636421937</cx:pt>
          <cx:pt idx="8832">0.890983431811189</cx:pt>
          <cx:pt idx="8833">0.62530299772144204</cx:pt>
          <cx:pt idx="8834">0.89559395539926012</cx:pt>
          <cx:pt idx="8835">0.9073148057208239</cx:pt>
          <cx:pt idx="8836">0.84000299759788732</cx:pt>
          <cx:pt idx="8837">0.8414720505694645</cx:pt>
          <cx:pt idx="8838">0.5977486836528656</cx:pt>
          <cx:pt idx="8839">0.94570128226326433</cx:pt>
          <cx:pt idx="8840">0.8843574815906412</cx:pt>
          <cx:pt idx="8841">0.36941208757176863</cx:pt>
          <cx:pt idx="8842">0.66478273586936409</cx:pt>
          <cx:pt idx="8843">0.60970044770925746</cx:pt>
          <cx:pt idx="8844">0.83407548592394953</cx:pt>
          <cx:pt idx="8845">0.91181583273750022</cx:pt>
          <cx:pt idx="8846">0.89438322128188996</cx:pt>
          <cx:pt idx="8847">0.91238197633718654</cx:pt>
          <cx:pt idx="8848">0.54262902075991282</cx:pt>
          <cx:pt idx="8849">0.76234329841633597</cx:pt>
          <cx:pt idx="8850">0.59349375867940923</cx:pt>
          <cx:pt idx="8851">0.40099648857177861</cx:pt>
          <cx:pt idx="8852">0.77551511576555543</cx:pt>
          <cx:pt idx="8853">0.90324381774677098</cx:pt>
          <cx:pt idx="8854">0.9381644240696988</cx:pt>
          <cx:pt idx="8855">0.8767429747622818</cx:pt>
          <cx:pt idx="8856">0.57373128145776742</cx:pt>
          <cx:pt idx="8857">0.8737150191915195</cx:pt>
          <cx:pt idx="8858">0.41038606004868688</cx:pt>
          <cx:pt idx="8859">0.82012787969358991</cx:pt>
          <cx:pt idx="8860">0.83468083189350739</cx:pt>
          <cx:pt idx="8861">0.84965726607396963</cx:pt>
          <cx:pt idx="8862">0.85671802148447773</cx:pt>
          <cx:pt idx="8863">0.95657047601425749</cx:pt>
          <cx:pt idx="8864">0.76076067415683157</cx:pt>
          <cx:pt idx="8865">0.49346726217933712</cx:pt>
          <cx:pt idx="8866">0.83868289000668317</cx:pt>
          <cx:pt idx="8867">0.66280502864387447</cx:pt>
          <cx:pt idx="8868">0.76255235281081102</cx:pt>
          <cx:pt idx="8869">0.59897028734941071</cx:pt>
          <cx:pt idx="8870">0.88072724645723333</cx:pt>
          <cx:pt idx="8871">0.69579688689199448</cx:pt>
          <cx:pt idx="8872">0.64839024854265781</cx:pt>
          <cx:pt idx="8873">0.85946336838955151</cx:pt>
          <cx:pt idx="8874">0.91176326604120284</cx:pt>
          <cx:pt idx="8875">0.81461367006059116</cx:pt>
          <cx:pt idx="8876">0.91828377533047534</cx:pt>
          <cx:pt idx="8877">0.83537963305611507</cx:pt>
          <cx:pt idx="8878">0.74889949028137281</cx:pt>
          <cx:pt idx="8879">0.55859834443811884</cx:pt>
          <cx:pt idx="8880">0.31340967190334373</cx:pt>
          <cx:pt idx="8881">0.30810220850680936</cx:pt>
          <cx:pt idx="8882">0.84170238865621938</cx:pt>
          <cx:pt idx="8883">0.48778513102113863</cx:pt>
          <cx:pt idx="8884">0.44887885504643749</cx:pt>
          <cx:pt idx="8885">0.75717452920321471</cx:pt>
          <cx:pt idx="8886">0.95113884699274875</cx:pt>
          <cx:pt idx="8887">0.89909449995390445</cx:pt>
          <cx:pt idx="8888">0.54715250274459593</cx:pt>
          <cx:pt idx="8889">0.87550673290022396</cx:pt>
          <cx:pt idx="8890">0.84106243302446104</cx:pt>
          <cx:pt idx="8891">0.83537111278622167</cx:pt>
          <cx:pt idx="8892">0.86762499330965182</cx:pt>
          <cx:pt idx="8893">0.82861615388154497</cx:pt>
          <cx:pt idx="8894">0.86251385439234896</cx:pt>
          <cx:pt idx="8895">0.76242009609537487</cx:pt>
          <cx:pt idx="8896">0.86219848568766777</cx:pt>
          <cx:pt idx="8897">0.66847560737745748</cx:pt>
          <cx:pt idx="8898">0.62023107646976405</cx:pt>
          <cx:pt idx="8899">0.68815335370627906</cx:pt>
          <cx:pt idx="8900">0.89988973506464753</cx:pt>
          <cx:pt idx="8901">0.77893437099566665</cx:pt>
          <cx:pt idx="8902">0.51981930533625242</cx:pt>
          <cx:pt idx="8903">0.8742959107485041</cx:pt>
          <cx:pt idx="8904">0.81438867193097597</cx:pt>
          <cx:pt idx="8905">0.81719304403269932</cx:pt>
          <cx:pt idx="8906">0.63222971949958617</cx:pt>
          <cx:pt idx="8907">0.69614590401063858</cx:pt>
          <cx:pt idx="8908">0.85796699924507402</cx:pt>
          <cx:pt idx="8909">0.83696216883011965</cx:pt>
          <cx:pt idx="8910">0.69269903073995387</cx:pt>
          <cx:pt idx="8911">0.95117133996224468</cx:pt>
          <cx:pt idx="8912">0.23616707583280022</cx:pt>
          <cx:pt idx="8913">0.90698670860212538</cx:pt>
          <cx:pt idx="8914">0.91089110976466559</cx:pt>
          <cx:pt idx="8915">0.4739365549554016</cx:pt>
          <cx:pt idx="8916">0.76986547587561982</cx:pt>
          <cx:pt idx="8917">0.93024232986152589</cx:pt>
          <cx:pt idx="8918">0.81551404596233956</cx:pt>
          <cx:pt idx="8919">0.86216791576756846</cx:pt>
          <cx:pt idx="8920">0.90315149533850336</cx:pt>
          <cx:pt idx="8921">0.90633566000818888</cx:pt>
          <cx:pt idx="8922">0.90980538812563438</cx:pt>
          <cx:pt idx="8923">0.95002232005451703</cx:pt>
          <cx:pt idx="8924">0.58085361876575636</cx:pt>
          <cx:pt idx="8925">0.90553820837281829</cx:pt>
          <cx:pt idx="8926">0.91978752111612627</cx:pt>
          <cx:pt idx="8927">0.8854530653194258</cx:pt>
          <cx:pt idx="8928">0.35638540146151293</cx:pt>
          <cx:pt idx="8929">0.72211302100981967</cx:pt>
          <cx:pt idx="8930">0.89546613257336261</cx:pt>
          <cx:pt idx="8931">0.91890731487959665</cx:pt>
          <cx:pt idx="8932">0.83505406898957257</cx:pt>
          <cx:pt idx="8933">0.67451865070976258</cx:pt>
          <cx:pt idx="8934">0.68186929878854285</cx:pt>
          <cx:pt idx="8935">0.60995308611235899</cx:pt>
          <cx:pt idx="8936">0.88455733818317162</cx:pt>
          <cx:pt idx="8937">0.75801956161484363</cx:pt>
          <cx:pt idx="8938">0.79840856595052523</cx:pt>
          <cx:pt idx="8939">0.64149305038559046</cx:pt>
          <cx:pt idx="8940">0.93567180551516616</cx:pt>
          <cx:pt idx="8941">0.86765169245103091</cx:pt>
          <cx:pt idx="8942">0.8621229683768874</cx:pt>
          <cx:pt idx="8943">0.83715575159481714</cx:pt>
          <cx:pt idx="8944">0.86267340238233048</cx:pt>
          <cx:pt idx="8945">0.83742976509307565</cx:pt>
          <cx:pt idx="8946">0.904761997385231</cx:pt>
          <cx:pt idx="8947">0.95216987180742485</cx:pt>
          <cx:pt idx="8948">0.85431250558319072</cx:pt>
          <cx:pt idx="8949">0.44173733867377879</cx:pt>
          <cx:pt idx="8950">0.88147545953810702</cx:pt>
          <cx:pt idx="8951">0.90973202236690298</cx:pt>
          <cx:pt idx="8952">0.63119796362059499</cx:pt>
          <cx:pt idx="8953">0.70780809638903841</cx:pt>
          <cx:pt idx="8954">0.84084614009769321</cx:pt>
          <cx:pt idx="8955">0.79051531422403354</cx:pt>
          <cx:pt idx="8956">0.59485123819542485</cx:pt>
          <cx:pt idx="8957">0.95627528586812993</cx:pt>
          <cx:pt idx="8958">0.91983540607743008</cx:pt>
          <cx:pt idx="8959">0.87633865662915056</cx:pt>
          <cx:pt idx="8960">0.93247599600888664</cx:pt>
          <cx:pt idx="8961">0.87603670152189106</cx:pt>
          <cx:pt idx="8962">0.77922730711668553</cx:pt>
          <cx:pt idx="8963">0.79998732317716914</cx:pt>
          <cx:pt idx="8964">0.42622058002072588</cx:pt>
          <cx:pt idx="8965">0.68490389764990744</cx:pt>
          <cx:pt idx="8966">0.87679980599387364</cx:pt>
          <cx:pt idx="8967">0.56760665584994385</cx:pt>
          <cx:pt idx="8968">0.85281851315791901</cx:pt>
          <cx:pt idx="8969">0.56085131225929896</cx:pt>
          <cx:pt idx="8970">0.65185985981989603</cx:pt>
          <cx:pt idx="8971">0.56227694924759752</cx:pt>
          <cx:pt idx="8972">0.82290740937136753</cx:pt>
          <cx:pt idx="8973">0.88106390854809313</cx:pt>
          <cx:pt idx="8974">0.64800965202082972</cx:pt>
          <cx:pt idx="8975">0.85155823735288738</cx:pt>
          <cx:pt idx="8976">0.85962025817419041</cx:pt>
          <cx:pt idx="8977">0.70732198663906376</cx:pt>
          <cx:pt idx="8978">0.87205209002297479</cx:pt>
          <cx:pt idx="8979">0.85460124272348448</cx:pt>
          <cx:pt idx="8980">0.8593971552275218</cx:pt>
          <cx:pt idx="8981">0.84047030951975921</cx:pt>
          <cx:pt idx="8982">0.90893884082072118</cx:pt>
          <cx:pt idx="8983">0.8340277671128038</cx:pt>
          <cx:pt idx="8984">0.59187932940107824</cx:pt>
          <cx:pt idx="8985">0.86183960230730117</cx:pt>
          <cx:pt idx="8986">0.91705275885640924</cx:pt>
          <cx:pt idx="8987">0.90282140926991417</cx:pt>
          <cx:pt idx="8988">0.86197382703783043</cx:pt>
          <cx:pt idx="8989">0.58760691554842526</cx:pt>
          <cx:pt idx="8990">0.50924032946735476</cx:pt>
          <cx:pt idx="8991">0.90785906198985022</cx:pt>
          <cx:pt idx="8992">0.83442053983667663</cx:pt>
          <cx:pt idx="8993">0.40614755163589117</cx:pt>
          <cx:pt idx="8994">0.67791465618483626</cx:pt>
          <cx:pt idx="8995">0.67401507970825558</cx:pt>
          <cx:pt idx="8996">0.95399657911019964</cx:pt>
          <cx:pt idx="8997">0.95303104006295625</cx:pt>
          <cx:pt idx="8998">0.49410433636146578</cx:pt>
          <cx:pt idx="8999">0.83924235257030966</cx:pt>
          <cx:pt idx="9000">0.92100448856505857</cx:pt>
          <cx:pt idx="9001">0.90973012244632756</cx:pt>
          <cx:pt idx="9002">0.9511499348020831</cx:pt>
          <cx:pt idx="9003">0.90878374701270725</cx:pt>
          <cx:pt idx="9004">0.89247193723770024</cx:pt>
          <cx:pt idx="9005">0.87843563942468861</cx:pt>
          <cx:pt idx="9006">0.87672073992760635</cx:pt>
          <cx:pt idx="9007">0.91435488851821245</cx:pt>
          <cx:pt idx="9008">0.31482423239695795</cx:pt>
          <cx:pt idx="9009">0.66057944495013987</cx:pt>
          <cx:pt idx="9010">0.64013395643462678</cx:pt>
          <cx:pt idx="9011">0.47596415462890995</cx:pt>
          <cx:pt idx="9012">0.44840551031016235</cx:pt>
          <cx:pt idx="9013">0.88271634271541</cx:pt>
          <cx:pt idx="9014">0.85998775700315688</cx:pt>
          <cx:pt idx="9015">0.84137458168480161</cx:pt>
          <cx:pt idx="9016">0.81581902788585026</cx:pt>
          <cx:pt idx="9017">0.77905811591141183</cx:pt>
          <cx:pt idx="9018">0.87270417484800444</cx:pt>
          <cx:pt idx="9019">0.87944778293009496</cx:pt>
          <cx:pt idx="9020">0.65572675403816483</cx:pt>
          <cx:pt idx="9021">0.88957883549955985</cx:pt>
          <cx:pt idx="9022">0.85330302629816468</cx:pt>
          <cx:pt idx="9023">0.90411155450591452</cx:pt>
          <cx:pt idx="9024">0.5158023808331782</cx:pt>
          <cx:pt idx="9025">0.89076527095459712</cx:pt>
          <cx:pt idx="9026">0.88601275931956047</cx:pt>
          <cx:pt idx="9027">0.84562047467169932</cx:pt>
          <cx:pt idx="9028">0.8408881146636793</cx:pt>
          <cx:pt idx="9029">0.87984776468479542</cx:pt>
          <cx:pt idx="9030">0.83620931159856171</cx:pt>
          <cx:pt idx="9031">0.65756854301342182</cx:pt>
          <cx:pt idx="9032">0.86362156906870458</cx:pt>
          <cx:pt idx="9033">0.85690939350613249</cx:pt>
          <cx:pt idx="9034">0.87064733264300032</cx:pt>
          <cx:pt idx="9035">0.90958922130227438</cx:pt>
          <cx:pt idx="9036">0.83437013596774057</cx:pt>
          <cx:pt idx="9037">0.90009250582116207</cx:pt>
          <cx:pt idx="9038">0.60390253242804193</cx:pt>
          <cx:pt idx="9039">0.84169755383678935</cx:pt>
          <cx:pt idx="9040">0.90371449492686273</cx:pt>
          <cx:pt idx="9041">0.8767548088753393</cx:pt>
          <cx:pt idx="9042">0.85416034179062084</cx:pt>
          <cx:pt idx="9043">0.90549856630170156</cx:pt>
          <cx:pt idx="9044">0.83724226354899201</cx:pt>
          <cx:pt idx="9045">0.85595601432762869</cx:pt>
          <cx:pt idx="9046">0.83543299154848771</cx:pt>
          <cx:pt idx="9047">0.60971500007194201</cx:pt>
          <cx:pt idx="9048">0.87256981827444535</cx:pt>
          <cx:pt idx="9049">0.73425116705313875</cx:pt>
          <cx:pt idx="9050">0.9264238110898011</cx:pt>
          <cx:pt idx="9051">0.62565185759560038</cx:pt>
          <cx:pt idx="9052">0.87367900878338756</cx:pt>
          <cx:pt idx="9053">0.87098946806429145</cx:pt>
          <cx:pt idx="9054">0.91120508034825454</cx:pt>
          <cx:pt idx="9055">0.85859346743558829</cx:pt>
          <cx:pt idx="9056">0.88890280577158276</cx:pt>
          <cx:pt idx="9057">0.49402504200054226</cx:pt>
          <cx:pt idx="9058">0.82923358761462029</cx:pt>
          <cx:pt idx="9059">0.81980616833721276</cx:pt>
          <cx:pt idx="9060">0.61089556370781162</cx:pt>
          <cx:pt idx="9061">0.88390327795654688</cx:pt>
          <cx:pt idx="9062">0.57642658613968545</cx:pt>
          <cx:pt idx="9063">0.90361576230088314</cx:pt>
          <cx:pt idx="9064">0.87353259730575905</cx:pt>
          <cx:pt idx="9065">0.91733460616654272</cx:pt>
          <cx:pt idx="9066">0.8758797464304301</cx:pt>
          <cx:pt idx="9067">0.73431490161314072</cx:pt>
          <cx:pt idx="9068">0.74450665397012894</cx:pt>
          <cx:pt idx="9069">0.87349413025504485</cx:pt>
          <cx:pt idx="9070">0.83745203943060842</cx:pt>
          <cx:pt idx="9071">0.81102416469352223</cx:pt>
          <cx:pt idx="9072">0.85454372974286463</cx:pt>
          <cx:pt idx="9073">0.91403639688414873</cx:pt>
          <cx:pt idx="9074">0.82588813159536845</cx:pt>
          <cx:pt idx="9075">0.58363113107589493</cx:pt>
          <cx:pt idx="9076">0.20197708864886948</cx:pt>
          <cx:pt idx="9077">0.87450471741542479</cx:pt>
          <cx:pt idx="9078">0.55800612362112167</cx:pt>
          <cx:pt idx="9079">0.81298354480876212</cx:pt>
          <cx:pt idx="9080">0.61516149958711552</cx:pt>
          <cx:pt idx="9081">0.26596267261240458</cx:pt>
          <cx:pt idx="9082">0.62321522416313335</cx:pt>
          <cx:pt idx="9083">0.86075744873643312</cx:pt>
          <cx:pt idx="9084">0.70602628933193001</cx:pt>
          <cx:pt idx="9085">0.84142947077358476</cx:pt>
          <cx:pt idx="9086">0.89552367955559764</cx:pt>
          <cx:pt idx="9087">0.79043294339335246</cx:pt>
          <cx:pt idx="9088">0.83905431552246512</cx:pt>
          <cx:pt idx="9089">0.88042980572775387</cx:pt>
          <cx:pt idx="9090">0.71722885954335525</cx:pt>
          <cx:pt idx="9091">0.89155199118599082</cx:pt>
          <cx:pt idx="9092">0.88870706384364029</cx:pt>
          <cx:pt idx="9093">0.8901895436382733</cx:pt>
          <cx:pt idx="9094">0.87339292088152876</cx:pt>
          <cx:pt idx="9095">0.85950091824591923</cx:pt>
          <cx:pt idx="9096">0.83790641690437839</cx:pt>
          <cx:pt idx="9097">0.83206633026406129</cx:pt>
          <cx:pt idx="9098">0.86372629295420034</cx:pt>
          <cx:pt idx="9099">0.85947035396766214</cx:pt>
          <cx:pt idx="9100">0.81126994809979103</cx:pt>
          <cx:pt idx="9101">0.88891375737124834</cx:pt>
          <cx:pt idx="9102">0.83351195413698165</cx:pt>
          <cx:pt idx="9103">0.85863160087964729</cx:pt>
          <cx:pt idx="9104">0.90357091526675104</cx:pt>
          <cx:pt idx="9105">0.78787513463523673</cx:pt>
          <cx:pt idx="9106">0.55504114434597873</cx:pt>
          <cx:pt idx="9107">0.60225524063599745</cx:pt>
          <cx:pt idx="9108">0.94840681790874359</cx:pt>
          <cx:pt idx="9109">0.58832051547282205</cx:pt>
          <cx:pt idx="9110">0.84025573813683219</cx:pt>
          <cx:pt idx="9111">0.86753665180478112</cx:pt>
          <cx:pt idx="9112">0.57129041268081504</cx:pt>
          <cx:pt idx="9113">0.81634536920425183</cx:pt>
          <cx:pt idx="9114">0.90757593687659621</cx:pt>
          <cx:pt idx="9115">0.92980225347661405</cx:pt>
          <cx:pt idx="9116">0.87112135865087192</cx:pt>
          <cx:pt idx="9117">0.89333208702028655</cx:pt>
          <cx:pt idx="9118">0.87683665943819333</cx:pt>
          <cx:pt idx="9119">0.60271109698057823</cx:pt>
          <cx:pt idx="9120">0.90400321008455087</cx:pt>
          <cx:pt idx="9121">0.65643077586611609</cx:pt>
          <cx:pt idx="9122">0.77946254401052295</cx:pt>
          <cx:pt idx="9123">0.88237405009809555</cx:pt>
          <cx:pt idx="9124">0.87718985150988504</cx:pt>
          <cx:pt idx="9125">0.82157470450190639</cx:pt>
          <cx:pt idx="9126">0.82233895768505538</cx:pt>
          <cx:pt idx="9127">0.55371752695104071</cx:pt>
          <cx:pt idx="9128">0.88407287691811287</cx:pt>
          <cx:pt idx="9129">0.89752669253674155</cx:pt>
          <cx:pt idx="9130">0.92969495525357537</cx:pt>
          <cx:pt idx="9131">0.79203593293510099</cx:pt>
          <cx:pt idx="9132">0.50471202713821928</cx:pt>
          <cx:pt idx="9133">0.59562762550792436</cx:pt>
          <cx:pt idx="9134">0.85775657537615257</cx:pt>
          <cx:pt idx="9135">0.87015492799163541</cx:pt>
          <cx:pt idx="9136">0.91158430681805303</cx:pt>
          <cx:pt idx="9137">0.63942156100595371</cx:pt>
          <cx:pt idx="9138">0.90450646457254535</cx:pt>
          <cx:pt idx="9139">0.85612430160382758</cx:pt>
          <cx:pt idx="9140">0.71666573898458841</cx:pt>
          <cx:pt idx="9141">0.85913534234043554</cx:pt>
          <cx:pt idx="9142">0.82017456271720146</cx:pt>
          <cx:pt idx="9143">0.69922802645060356</cx:pt>
          <cx:pt idx="9144">0.85688821937351123</cx:pt>
          <cx:pt idx="9145">0.86390030107555738</cx:pt>
          <cx:pt idx="9146">0.90456276390429147</cx:pt>
          <cx:pt idx="9147">0.64941718565098028</cx:pt>
          <cx:pt idx="9148">0.81916214052314462</cx:pt>
          <cx:pt idx="9149">0.81906187093297367</cx:pt>
          <cx:pt idx="9150">0.94727074356089214</cx:pt>
          <cx:pt idx="9151">0.61333431315035469</cx:pt>
          <cx:pt idx="9152">0.83983656002750051</cx:pt>
          <cx:pt idx="9153">0.83622916278148585</cx:pt>
          <cx:pt idx="9154">0.88671239222573295</cx:pt>
          <cx:pt idx="9155">0.90386690085136578</cx:pt>
          <cx:pt idx="9156">0.94703572083292631</cx:pt>
          <cx:pt idx="9157">0.64640224060071039</cx:pt>
          <cx:pt idx="9158">0.9069617950230261</cx:pt>
          <cx:pt idx="9159">0.86038653321277991</cx:pt>
          <cx:pt idx="9160">0.90267694284333155</cx:pt>
          <cx:pt idx="9161">0.46169540498299183</cx:pt>
          <cx:pt idx="9162">0.86728782280268968</cx:pt>
          <cx:pt idx="9163">0.88864805960430926</cx:pt>
          <cx:pt idx="9164">0.56721116047071518</cx:pt>
          <cx:pt idx="9165">0.80077436772403654</cx:pt>
          <cx:pt idx="9166">0.87779592370148984</cx:pt>
          <cx:pt idx="9167">0.90810881154928569</cx:pt>
          <cx:pt idx="9168">0.85695713171175047</cx:pt>
          <cx:pt idx="9169">0.94952364001145728</cx:pt>
          <cx:pt idx="9170">0.64683001867688483</cx:pt>
          <cx:pt idx="9171">0.76402755234517072</cx:pt>
          <cx:pt idx="9172">0.91249487140945662</cx:pt>
          <cx:pt idx="9173">0.81916272534466039</cx:pt>
          <cx:pt idx="9174">0.2615935882002951</cx:pt>
          <cx:pt idx="9175">0.85416522636968317</cx:pt>
          <cx:pt idx="9176">0.84114087863208398</cx:pt>
          <cx:pt idx="9177">0.5947763671499624</cx:pt>
          <cx:pt idx="9178">0.92612951702961555</cx:pt>
          <cx:pt idx="9179">0.62564397228810475</cx:pt>
          <cx:pt idx="9180">0.88328349268977036</cx:pt>
          <cx:pt idx="9181">0.86253093845743956</cx:pt>
          <cx:pt idx="9182">0.82291947806701682</cx:pt>
          <cx:pt idx="9183">0.93454542198552715</cx:pt>
          <cx:pt idx="9184">0.8878998591981182</cx:pt>
          <cx:pt idx="9185">0.81187009906684848</cx:pt>
          <cx:pt idx="9186">0.78375508729820198</cx:pt>
          <cx:pt idx="9187">0.37025346611693749</cx:pt>
          <cx:pt idx="9188">0.74529931581199182</cx:pt>
          <cx:pt idx="9189">0.89700646711128951</cx:pt>
          <cx:pt idx="9190">0.84018683349376877</cx:pt>
          <cx:pt idx="9191">0.35055198331086818</cx:pt>
          <cx:pt idx="9192">0.86724379906791182</cx:pt>
          <cx:pt idx="9193">0.67082221309121826</cx:pt>
          <cx:pt idx="9194">0.8629912010773122</cx:pt>
          <cx:pt idx="9195">0.58037063802114608</cx:pt>
          <cx:pt idx="9196">0.78484744444429699</cx:pt>
          <cx:pt idx="9197">0.89229926589193753</cx:pt>
          <cx:pt idx="9198">0.43792647030115112</cx:pt>
          <cx:pt idx="9199">0.23141155360829554</cx:pt>
          <cx:pt idx="9200">0.61026938746764825</cx:pt>
          <cx:pt idx="9201">0.66835959494803399</cx:pt>
          <cx:pt idx="9202">0.80488569659827458</cx:pt>
          <cx:pt idx="9203">0.91403003062035704</cx:pt>
          <cx:pt idx="9204">0.64031350937094078</cx:pt>
          <cx:pt idx="9205">0.42185532702175538</cx:pt>
          <cx:pt idx="9206">0.93253198356814815</cx:pt>
          <cx:pt idx="9207">0.95634587418718486</cx:pt>
          <cx:pt idx="9208">0.41227257247671517</cx:pt>
          <cx:pt idx="9209">0.61086801109173616</cx:pt>
          <cx:pt idx="9210">0.80208909409559459</cx:pt>
          <cx:pt idx="9211">0.84000753404516471</cx:pt>
          <cx:pt idx="9212">0.6059739163958302</cx:pt>
          <cx:pt idx="9213">0.48012287705751355</cx:pt>
          <cx:pt idx="9214">0.8769792563522375</cx:pt>
          <cx:pt idx="9215">0.84221621278213876</cx:pt>
          <cx:pt idx="9216">0.83532385104357265</cx:pt>
          <cx:pt idx="9217">0.83572165578299473</cx:pt>
          <cx:pt idx="9218">0.71873730002071068</cx:pt>
          <cx:pt idx="9219">0.91316260881675015</cx:pt>
          <cx:pt idx="9220">0.88108512624880964</cx:pt>
          <cx:pt idx="9221">0.75879106601509527</cx:pt>
          <cx:pt idx="9222">0.81502069921936471</cx:pt>
          <cx:pt idx="9223">0.82322530817057915</cx:pt>
          <cx:pt idx="9224">0.75768016752192235</cx:pt>
          <cx:pt idx="9225">0.87416069742763758</cx:pt>
          <cx:pt idx="9226">0.67392647487673529</cx:pt>
          <cx:pt idx="9227">0.68668458387093101</cx:pt>
          <cx:pt idx="9228">0.8880985604647883</cx:pt>
          <cx:pt idx="9229">0.56541348258898982</cx:pt>
          <cx:pt idx="9230">0.42924000010043351</cx:pt>
          <cx:pt idx="9231">0.63254395625682536</cx:pt>
          <cx:pt idx="9232">0.68851566712617385</cx:pt>
          <cx:pt idx="9233">0.3908569978128445</cx:pt>
          <cx:pt idx="9234">0.88944589340004754</cx:pt>
          <cx:pt idx="9235">0.21456779934017509</cx:pt>
          <cx:pt idx="9236">0.86132418754957052</cx:pt>
          <cx:pt idx="9237">0.90363551501777561</cx:pt>
          <cx:pt idx="9238">0.62295121629956551</cx:pt>
          <cx:pt idx="9239">0.75537158392036263</cx:pt>
          <cx:pt idx="9240">0.90861152617646157</cx:pt>
          <cx:pt idx="9241">0.87502315457646074</cx:pt>
          <cx:pt idx="9242">0.85455611037529466</cx:pt>
          <cx:pt idx="9243">0.90689180473852904</cx:pt>
          <cx:pt idx="9244">0.81749290093600879</cx:pt>
          <cx:pt idx="9245">0.81916983078203987</cx:pt>
          <cx:pt idx="9246">0.53452455208059957</cx:pt>
          <cx:pt idx="9247">0.628413999270097</cx:pt>
          <cx:pt idx="9248">0.74501114856993711</cx:pt>
          <cx:pt idx="9249">0.70826386565741928</cx:pt>
          <cx:pt idx="9250">0.8550810094883684</cx:pt>
          <cx:pt idx="9251">0.94093089725433854</cx:pt>
          <cx:pt idx="9252">0.87423523025147265</cx:pt>
          <cx:pt idx="9253">0.9045798335320695</cx:pt>
          <cx:pt idx="9254">0.59402726263789207</cx:pt>
          <cx:pt idx="9255">0.73562793747346256</cx:pt>
          <cx:pt idx="9256">0.58342584593864466</cx:pt>
          <cx:pt idx="9257">0.89723669522788418</cx:pt>
          <cx:pt idx="9258">0.86786256692080133</cx:pt>
          <cx:pt idx="9259">0.80997527962912108</cx:pt>
          <cx:pt idx="9260">0.63846367460241593</cx:pt>
          <cx:pt idx="9261">0.83896315715244529</cx:pt>
          <cx:pt idx="9262">0.88186291795652638</cx:pt>
          <cx:pt idx="9263">0.84081615713051339</cx:pt>
          <cx:pt idx="9264">0.78234771122041202</cx:pt>
          <cx:pt idx="9265">0.86906077820434202</cx:pt>
          <cx:pt idx="9266">0.89933935864003989</cx:pt>
          <cx:pt idx="9267">0.91465501903583457</cx:pt>
          <cx:pt idx="9268">0.88880115077170652</cx:pt>
          <cx:pt idx="9269">0.9085934606681022</cx:pt>
          <cx:pt idx="9270">0.63341826874590601</cx:pt>
          <cx:pt idx="9271">0.65913521859487811</cx:pt>
          <cx:pt idx="9272">0.81303607244447718</cx:pt>
          <cx:pt idx="9273">0.81764939924104874</cx:pt>
          <cx:pt idx="9274">0.5385240479047636</cx:pt>
          <cx:pt idx="9275">0.65666096244628291</cx:pt>
          <cx:pt idx="9276">0.51414817254400436</cx:pt>
          <cx:pt idx="9277">0.89159422424207824</cx:pt>
          <cx:pt idx="9278">0.61645902041948286</cx:pt>
          <cx:pt idx="9279">0.89856294912030588</cx:pt>
          <cx:pt idx="9280">0.68796152108195363</cx:pt>
          <cx:pt idx="9281">0.32950979103694428</cx:pt>
          <cx:pt idx="9282">0.58380655958201533</cx:pt>
          <cx:pt idx="9283">0.51413774145837465</cx:pt>
          <cx:pt idx="9284">0.86973768984893551</cx:pt>
          <cx:pt idx="9285">0.47423921206100572</cx:pt>
          <cx:pt idx="9286">0.41257426285249643</cx:pt>
          <cx:pt idx="9287">0.52336583160389538</cx:pt>
          <cx:pt idx="9288">0.74475251827241518</cx:pt>
          <cx:pt idx="9289">0.86880036691969786</cx:pt>
          <cx:pt idx="9290">0.90685065164528922</cx:pt>
          <cx:pt idx="9291">0.52510778540515435</cx:pt>
          <cx:pt idx="9292">0.83839197684195377</cx:pt>
          <cx:pt idx="9293">0.83476578958563508</cx:pt>
          <cx:pt idx="9294">0.34796952787134183</cx:pt>
          <cx:pt idx="9295">0.18616960324110221</cx:pt>
          <cx:pt idx="9296">0.89363300613911989</cx:pt>
          <cx:pt idx="9297">0.93032703182492782</cx:pt>
          <cx:pt idx="9298">0.83322151894477514</cx:pt>
          <cx:pt idx="9299">0.91280887168830938</cx:pt>
          <cx:pt idx="9300">0.78086961868670635</cx:pt>
          <cx:pt idx="9301">0.88536091160656583</cx:pt>
          <cx:pt idx="9302">0.83680675293865858</cx:pt>
          <cx:pt idx="9303">0.87566395499174898</cx:pt>
          <cx:pt idx="9304">0.73564402211843816</cx:pt>
          <cx:pt idx="9305">0.87773694702825578</cx:pt>
          <cx:pt idx="9306">0.91955599407598976</cx:pt>
          <cx:pt idx="9307">0.52378953037913767</cx:pt>
          <cx:pt idx="9308">0.87650508347057854</cx:pt>
          <cx:pt idx="9309">0.8012813741645014</cx:pt>
          <cx:pt idx="9310">0.82643027881301456</cx:pt>
          <cx:pt idx="9311">0.87232323545308965</cx:pt>
          <cx:pt idx="9312">0.86277538261962239</cx:pt>
          <cx:pt idx="9313">0.86089544261835482</cx:pt>
          <cx:pt idx="9314">0.83714120047010498</cx:pt>
          <cx:pt idx="9315">0.85402132270319919</cx:pt>
          <cx:pt idx="9316">0.83314265635522278</cx:pt>
          <cx:pt idx="9317">0.75404066769495104</cx:pt>
          <cx:pt idx="9318">0.90587495903658488</cx:pt>
          <cx:pt idx="9319">0.75197983602909124</cx:pt>
          <cx:pt idx="9320">0.55078833689329265</cx:pt>
          <cx:pt idx="9321">0.81050392088299572</cx:pt>
          <cx:pt idx="9322">0.94066774186241497</cx:pt>
          <cx:pt idx="9323">0.71593058727135739</cx:pt>
          <cx:pt idx="9324">0.90524240310591597</cx:pt>
          <cx:pt idx="9325">0.72048049946543369</cx:pt>
          <cx:pt idx="9326">0.60719612067304907</cx:pt>
          <cx:pt idx="9327">0.50024805643494763</cx:pt>
          <cx:pt idx="9328">0.66382350474530893</cx:pt>
          <cx:pt idx="9329">0.67821537176092006</cx:pt>
          <cx:pt idx="9330">0.26736926608817108</cx:pt>
          <cx:pt idx="9331">0.38216203550557237</cx:pt>
          <cx:pt idx="9332">0.87608373968702491</cx:pt>
          <cx:pt idx="9333">0.85715562581345128</cx:pt>
          <cx:pt idx="9334">0.66062289019465215</cx:pt>
          <cx:pt idx="9335">0.84143848757688056</cx:pt>
          <cx:pt idx="9336">0.65524751279095284</cx:pt>
          <cx:pt idx="9337">0.51742611559586948</cx:pt>
          <cx:pt idx="9338">0.35281133150970334</cx:pt>
          <cx:pt idx="9339">0.91121298462972899</cx:pt>
          <cx:pt idx="9340">0.88708330721034967</cx:pt>
          <cx:pt idx="9341">0.88082216469122399</cx:pt>
          <cx:pt idx="9342">0.88502042511215118</cx:pt>
          <cx:pt idx="9343">0.86840464452059518</cx:pt>
          <cx:pt idx="9344">0.87329741265557059</cx:pt>
          <cx:pt idx="9345">0.88839334541511505</cx:pt>
          <cx:pt idx="9346">0.87035033888144897</cx:pt>
          <cx:pt idx="9347">0.6709282275793429</cx:pt>
          <cx:pt idx="9348">0.64630869936856628</cx:pt>
          <cx:pt idx="9349">0.66872448597341927</cx:pt>
          <cx:pt idx="9350">0.85107972589891345</cx:pt>
          <cx:pt idx="9351">0.81300507124221921</cx:pt>
          <cx:pt idx="9352">0.7797369722017542</cx:pt>
          <cx:pt idx="9353">0.6636035929738392</cx:pt>
          <cx:pt idx="9354">0.83274164650539251</cx:pt>
          <cx:pt idx="9355">0.59608460722910994</cx:pt>
          <cx:pt idx="9356">0.91704344555967809</cx:pt>
          <cx:pt idx="9357">0.90935546492901553</cx:pt>
          <cx:pt idx="9358">0.81693400892909285</cx:pt>
          <cx:pt idx="9359">0.65902562981938406</cx:pt>
          <cx:pt idx="9360">0.87684123646898615</cx:pt>
          <cx:pt idx="9361">0.86126006517988041</cx:pt>
          <cx:pt idx="9362">0.90967891756660468</cx:pt>
          <cx:pt idx="9363">0.904454183840258</cx:pt>
          <cx:pt idx="9364">0.84672400981214713</cx:pt>
          <cx:pt idx="9365">0.94120913126895356</cx:pt>
          <cx:pt idx="9366">0.83487956713302547</cx:pt>
          <cx:pt idx="9367">0.83705850393238501</cx:pt>
          <cx:pt idx="9368">0.48782969566767259</cx:pt>
          <cx:pt idx="9369">0.86922258433209776</cx:pt>
          <cx:pt idx="9370">0.61742345484520544</cx:pt>
          <cx:pt idx="9371">0.9430316528584114</cx:pt>
          <cx:pt idx="9372">0.83430251228294172</cx:pt>
          <cx:pt idx="9373">0.74125910948030416</cx:pt>
          <cx:pt idx="9374">0.57240532146288303</cx:pt>
          <cx:pt idx="9375">0.74358120003570027</cx:pt>
          <cx:pt idx="9376">0.8512114608146002</cx:pt>
          <cx:pt idx="9377">0.62839007888184728</cx:pt>
          <cx:pt idx="9378">0.82137682441398785</cx:pt>
          <cx:pt idx="9379">0.58765363689287453</cx:pt>
          <cx:pt idx="9380">0.83578480508566755</cx:pt>
          <cx:pt idx="9381">0.71699367448897422</cx:pt>
          <cx:pt idx="9382">0.4473115480175428</cx:pt>
          <cx:pt idx="9383">0.57496342615552309</cx:pt>
          <cx:pt idx="9384">0.91281022676162549</cx:pt>
          <cx:pt idx="9385">0.21757970897668275</cx:pt>
          <cx:pt idx="9386">0.93096020309942529</cx:pt>
          <cx:pt idx="9387">0.91264516504714932</cx:pt>
          <cx:pt idx="9388">0.91971799463821557</cx:pt>
          <cx:pt idx="9389">0.57586076793501639</cx:pt>
          <cx:pt idx="9390">0.70049605487069777</cx:pt>
          <cx:pt idx="9391">0.54429139324940312</cx:pt>
          <cx:pt idx="9392">0.87599964962618349</cx:pt>
          <cx:pt idx="9393">0.86764022174030297</cx:pt>
          <cx:pt idx="9394">0.76817033242421318</cx:pt>
          <cx:pt idx="9395">0.88600575172387297</cx:pt>
          <cx:pt idx="9396">0.8383309884200788</cx:pt>
          <cx:pt idx="9397">0.85661609742025624</cx:pt>
          <cx:pt idx="9398">0.8102378660390005</cx:pt>
          <cx:pt idx="9399">0.31521610931671951</cx:pt>
          <cx:pt idx="9400">0.95197201112745977</cx:pt>
          <cx:pt idx="9401">0.77081853269391798</cx:pt>
          <cx:pt idx="9402">0.43460569080590178</cx:pt>
          <cx:pt idx="9403">0.8891159058807524</cx:pt>
          <cx:pt idx="9404">0.6598711090267424</cx:pt>
          <cx:pt idx="9405">0.90719876907219477</cx:pt>
          <cx:pt idx="9406">0.92079306656679005</cx:pt>
          <cx:pt idx="9407">0.41458693907961108</cx:pt>
          <cx:pt idx="9408">0.91411251749307765</cx:pt>
          <cx:pt idx="9409">0.64500899541288859</cx:pt>
          <cx:pt idx="9410">0.80626233421353943</cx:pt>
          <cx:pt idx="9411">0.90987668741765271</cx:pt>
          <cx:pt idx="9412">0.61315808925910087</cx:pt>
          <cx:pt idx="9413">0.88561506893641873</cx:pt>
          <cx:pt idx="9414">0.92118434284719819</cx:pt>
          <cx:pt idx="9415">0.68666008923063804</cx:pt>
          <cx:pt idx="9416">0.43275112726973186</cx:pt>
          <cx:pt idx="9417">0.85869435621741841</cx:pt>
          <cx:pt idx="9418">0.8717426178951172</cx:pt>
          <cx:pt idx="9419">0.81476821124172516</cx:pt>
          <cx:pt idx="9420">0.74097237315284226</cx:pt>
          <cx:pt idx="9421">0.88352427110827292</cx:pt>
          <cx:pt idx="9422">0.35163792689745926</cx:pt>
          <cx:pt idx="9423">0.87829963287885726</cx:pt>
          <cx:pt idx="9424">0.85977457575109295</cx:pt>
          <cx:pt idx="9425">0.90860286620548236</cx:pt>
          <cx:pt idx="9426">0.83946495485526851</cx:pt>
          <cx:pt idx="9427">0.65262170753859339</cx:pt>
          <cx:pt idx="9428">0.86290854637702041</cx:pt>
          <cx:pt idx="9429">0.83926475300539527</cx:pt>
          <cx:pt idx="9430">0.58353796164123828</cx:pt>
          <cx:pt idx="9431">0.68618024197064309</cx:pt>
          <cx:pt idx="9432">0.58034270394358234</cx:pt>
          <cx:pt idx="9433">0.65103506364309727</cx:pt>
          <cx:pt idx="9434">0.88872193615465334</cx:pt>
          <cx:pt idx="9435">0.89858376118329841</cx:pt>
          <cx:pt idx="9436">0.68622892667367552</cx:pt>
          <cx:pt idx="9437">0.90340441691298068</cx:pt>
          <cx:pt idx="9438">0.68836345217878359</cx:pt>
          <cx:pt idx="9439">0.91892646145156698</cx:pt>
          <cx:pt idx="9440">0.78644670783637904</cx:pt>
          <cx:pt idx="9441">0.76705254906527043</cx:pt>
          <cx:pt idx="9442">0.90765526866029045</cx:pt>
          <cx:pt idx="9443">0.77140247264344242</cx:pt>
          <cx:pt idx="9444">0.85604432038109368</cx:pt>
          <cx:pt idx="9445">0.88040370372805832</cx:pt>
          <cx:pt idx="9446">0.88739545576679268</cx:pt>
          <cx:pt idx="9447">0.37092261888036671</cx:pt>
          <cx:pt idx="9448">0.8107738277788864</cx:pt>
          <cx:pt idx="9449">0.89753653879535844</cx:pt>
          <cx:pt idx="9450">0.86210819694031182</cx:pt>
          <cx:pt idx="9451">0.86197886023836923</cx:pt>
          <cx:pt idx="9452">0.81021859101280735</cx:pt>
          <cx:pt idx="9453">0.67397536055780183</cx:pt>
          <cx:pt idx="9454">0.52451938364303907</cx:pt>
          <cx:pt idx="9455">0.65407899134725922</cx:pt>
          <cx:pt idx="9456">0.65123298935720564</cx:pt>
          <cx:pt idx="9457">0.87063865065121859</cx:pt>
          <cx:pt idx="9458">0.58721911594434062</cx:pt>
          <cx:pt idx="9459">0.51428991424535497</cx:pt>
          <cx:pt idx="9460">0.83740446766246202</cx:pt>
          <cx:pt idx="9461">0.81451773730982002</cx:pt>
          <cx:pt idx="9462">0.60829624945433514</cx:pt>
          <cx:pt idx="9463">0.62593279350636677</cx:pt>
          <cx:pt idx="9464">0.69988516880474849</cx:pt>
          <cx:pt idx="9465">0.83603938873342021</cx:pt>
          <cx:pt idx="9466">0.87202988066626008</cx:pt>
          <cx:pt idx="9467">0.87156743215930799</cx:pt>
          <cx:pt idx="9468">0.87273247645591334</cx:pt>
          <cx:pt idx="9469">0.60544340997489487</cx:pt>
          <cx:pt idx="9470">0.88631984339119052</cx:pt>
          <cx:pt idx="9471">0.85867308315077917</cx:pt>
          <cx:pt idx="9472">0.52914853212391733</cx:pt>
          <cx:pt idx="9473">0.9531561771444983</cx:pt>
          <cx:pt idx="9474">0.79377137269023523</cx:pt>
          <cx:pt idx="9475">0.81019261336098736</cx:pt>
          <cx:pt idx="9476">0.88975141557294946</cx:pt>
          <cx:pt idx="9477">0.89702640984451554</cx:pt>
          <cx:pt idx="9478">0.84085596097275583</cx:pt>
          <cx:pt idx="9479">0.86792623250889667</cx:pt>
          <cx:pt idx="9480">0.85452907312497661</cx:pt>
          <cx:pt idx="9481">0.570010454273992</cx:pt>
          <cx:pt idx="9482">0.80396878792029947</cx:pt>
          <cx:pt idx="9483">0.88835322623048474</cx:pt>
          <cx:pt idx="9484">0.60116815372283117</cx:pt>
          <cx:pt idx="9485">0.85602758560510472</cx:pt>
          <cx:pt idx="9486">0.91190653797213317</cx:pt>
          <cx:pt idx="9487">0.66579501443182809</cx:pt>
          <cx:pt idx="9488">0.74611065087817274</cx:pt>
          <cx:pt idx="9489">0.86871527246149971</cx:pt>
          <cx:pt idx="9490">0.95662433917085765</cx:pt>
          <cx:pt idx="9491">0.88422700140616384</cx:pt>
          <cx:pt idx="9492">0.88150947432790672</cx:pt>
          <cx:pt idx="9493">0.91202393912657631</cx:pt>
          <cx:pt idx="9494">0.90398523830619582</cx:pt>
          <cx:pt idx="9495">0.90949092187368297</cx:pt>
          <cx:pt idx="9496">0.88875297378701923</cx:pt>
          <cx:pt idx="9497">0.51711865150137748</cx:pt>
          <cx:pt idx="9498">0.87144552647709228</cx:pt>
          <cx:pt idx="9499">0.81634982666087585</cx:pt>
          <cx:pt idx="9500">0.8744627861737001</cx:pt>
          <cx:pt idx="9501">0.85873815746805349</cx:pt>
          <cx:pt idx="9502">0.95683976974623053</cx:pt>
          <cx:pt idx="9503">0.83302561495128435</cx:pt>
          <cx:pt idx="9504">0.87704049114126426</cx:pt>
          <cx:pt idx="9505">0.82166815980778096</cx:pt>
          <cx:pt idx="9506">0.91775986088002626</cx:pt>
          <cx:pt idx="9507">0.66282994817207197</cx:pt>
          <cx:pt idx="9508">0.84153374413711302</cx:pt>
          <cx:pt idx="9509">0.91079789117568666</cx:pt>
          <cx:pt idx="9510">0.83906877414641545</cx:pt>
          <cx:pt idx="9511">0.91507606401258379</cx:pt>
          <cx:pt idx="9512">0.6604356991286443</cx:pt>
          <cx:pt idx="9513">0.70282256011728206</cx:pt>
          <cx:pt idx="9514">0.85853676684582136</cx:pt>
          <cx:pt idx="9515">0.90799745457343128</cx:pt>
          <cx:pt idx="9516">0.35614389745174435</cx:pt>
          <cx:pt idx="9517">0.87548593759278059</cx:pt>
          <cx:pt idx="9518">0.72967816725992474</cx:pt>
          <cx:pt idx="9519">0.87955688340412452</cx:pt>
          <cx:pt idx="9520">0.86852491205093196</cx:pt>
          <cx:pt idx="9521">0.65242531238424806</cx:pt>
          <cx:pt idx="9522">0.51262580196349716</cx:pt>
          <cx:pt idx="9523">0.51203433936134413</cx:pt>
          <cx:pt idx="9524">0.74035660027354089</cx:pt>
          <cx:pt idx="9525">0.76982014904173113</cx:pt>
          <cx:pt idx="9526">0.62186275471076646</cx:pt>
          <cx:pt idx="9527">0.92134127365792096</cx:pt>
          <cx:pt idx="9528">0.58991577116020089</cx:pt>
          <cx:pt idx="9529">0.88444471799692348</cx:pt>
          <cx:pt idx="9530">0.87929799022516852</cx:pt>
          <cx:pt idx="9531">0.86748023917437744</cx:pt>
          <cx:pt idx="9532">0.39583673387659118</cx:pt>
          <cx:pt idx="9533">0.89109752448680779</cx:pt>
          <cx:pt idx="9534">0.88427911350265254</cx:pt>
          <cx:pt idx="9535">0.72938762579383454</cx:pt>
          <cx:pt idx="9536">0.38780865199256798</cx:pt>
          <cx:pt idx="9537">0.83714065224084544</cx:pt>
          <cx:pt idx="9538">0.89170780002215189</cx:pt>
          <cx:pt idx="9539">0.86650217008157637</cx:pt>
          <cx:pt idx="9540">0.89744575378010472</cx:pt>
          <cx:pt idx="9541">0.88502214687575187</cx:pt>
          <cx:pt idx="9542">0.65780840471884183</cx:pt>
          <cx:pt idx="9543">0.87538718732524656</cx:pt>
          <cx:pt idx="9544">0.93476202305098</cx:pt>
          <cx:pt idx="9545">0.84015831063051871</cx:pt>
          <cx:pt idx="9546">0.83742214224712652</cx:pt>
          <cx:pt idx="9547">0.90320875526741851</cx:pt>
          <cx:pt idx="9548">0.86280936541247866</cx:pt>
          <cx:pt idx="9549">0.57020309592881735</cx:pt>
          <cx:pt idx="9550">0.39970385788237067</cx:pt>
          <cx:pt idx="9551">0.85558601146296054</cx:pt>
          <cx:pt idx="9552">0.82219683283697731</cx:pt>
          <cx:pt idx="9553">0.91124725031834919</cx:pt>
          <cx:pt idx="9554">0.83783048780429936</cx:pt>
          <cx:pt idx="9555">0.81570815754518322</cx:pt>
          <cx:pt idx="9556">0.89308422465615256</cx:pt>
          <cx:pt idx="9557">0.3686685458675158</cx:pt>
          <cx:pt idx="9558">0.41011122646499548</cx:pt>
          <cx:pt idx="9559">0.9040928933301251</cx:pt>
          <cx:pt idx="9560">0.88046789248999635</cx:pt>
          <cx:pt idx="9561">0.29714731523089788</cx:pt>
          <cx:pt idx="9562">0.81813475612809405</cx:pt>
          <cx:pt idx="9563">0.92120142822062179</cx:pt>
          <cx:pt idx="9564">0.91728282820427676</cx:pt>
          <cx:pt idx="9565">0.92501965535177677</cx:pt>
          <cx:pt idx="9566">0.43230999606781828</cx:pt>
          <cx:pt idx="9567">0.87633031775369186</cx:pt>
          <cx:pt idx="9568">0.91373437335925412</cx:pt>
          <cx:pt idx="9569">0.83367798420481887</cx:pt>
          <cx:pt idx="9570">0.7073543672700402</cx:pt>
          <cx:pt idx="9571">0.65026849820541022</cx:pt>
          <cx:pt idx="9572">0.8568163931185373</cx:pt>
          <cx:pt idx="9573">0.78424652509640413</cx:pt>
          <cx:pt idx="9574">0.86701571249554765</cx:pt>
          <cx:pt idx="9575">0.70384314109775326</cx:pt>
          <cx:pt idx="9576">0.60710833402260711</cx:pt>
          <cx:pt idx="9577">0.80015684573997659</cx:pt>
          <cx:pt idx="9578">0.66447246862728948</cx:pt>
          <cx:pt idx="9579">0.65502589924186205</cx:pt>
          <cx:pt idx="9580">0.49474082819900417</cx:pt>
          <cx:pt idx="9581">0.59999570750465747</cx:pt>
          <cx:pt idx="9582">0.70791888621834664</cx:pt>
          <cx:pt idx="9583">0.44257021467971935</cx:pt>
          <cx:pt idx="9584">0.66537306519142947</cx:pt>
          <cx:pt idx="9585">0.86120786226308077</cx:pt>
          <cx:pt idx="9586">0.85829794659756442</cx:pt>
          <cx:pt idx="9587">0.92131915177903312</cx:pt>
          <cx:pt idx="9588">0.55481780403672887</cx:pt>
          <cx:pt idx="9589">0.59813119689704508</cx:pt>
          <cx:pt idx="9590">0.49499199230452101</cx:pt>
          <cx:pt idx="9591">0.66615535834354855</cx:pt>
          <cx:pt idx="9592">0.83401852242231045</cx:pt>
          <cx:pt idx="9593">0.94839970546221453</cx:pt>
          <cx:pt idx="9594">0.37442713672684652</cx:pt>
          <cx:pt idx="9595">0.93001824717252002</cx:pt>
          <cx:pt idx="9596">0.70406248362884194</cx:pt>
          <cx:pt idx="9597">0.77104588320844103</cx:pt>
          <cx:pt idx="9598">0.65989519754924675</cx:pt>
          <cx:pt idx="9599">0.87472527383874921</cx:pt>
          <cx:pt idx="9600">0.90420659419215388</cx:pt>
          <cx:pt idx="9601">0.90988656861460604</cx:pt>
          <cx:pt idx="9602">0.89289137941122865</cx:pt>
          <cx:pt idx="9603">0.59229790791434234</cx:pt>
          <cx:pt idx="9604">0.41062540390323821</cx:pt>
          <cx:pt idx="9605">0.82125221903077361</cx:pt>
          <cx:pt idx="9606">0.66089484260039</cx:pt>
          <cx:pt idx="9607">0.68451757803294488</cx:pt>
          <cx:pt idx="9608">0.93860538155388695</cx:pt>
          <cx:pt idx="9609">0.81881083926992526</cx:pt>
          <cx:pt idx="9610">0.64963818996477907</cx:pt>
          <cx:pt idx="9611">0.56294859855681356</cx:pt>
          <cx:pt idx="9612">0.67703175791185288</cx:pt>
          <cx:pt idx="9613">0.87894630047357636</cx:pt>
          <cx:pt idx="9614">0.54444712178754684</cx:pt>
          <cx:pt idx="9615">0.65111024152798058</cx:pt>
          <cx:pt idx="9616">0.7675620320041876</cx:pt>
          <cx:pt idx="9617">0.83667309296925385</cx:pt>
          <cx:pt idx="9618">0.83472616762105256</cx:pt>
          <cx:pt idx="9619">0.90687298863761057</cx:pt>
          <cx:pt idx="9620">0.6536987684889084</cx:pt>
          <cx:pt idx="9621">0.44733029981529754</cx:pt>
          <cx:pt idx="9622">0.43266838613162112</cx:pt>
          <cx:pt idx="9623">0.66869437345902649</cx:pt>
          <cx:pt idx="9624">0.38998482565005865</cx:pt>
          <cx:pt idx="9625">0.89201694640063711</cx:pt>
          <cx:pt idx="9626">0.85130502596014779</cx:pt>
          <cx:pt idx="9627">0.90378709840132965</cx:pt>
          <cx:pt idx="9628">0.82744442993859901</cx:pt>
          <cx:pt idx="9629">0.84626817696872547</cx:pt>
          <cx:pt idx="9630">0.82365742678816256</cx:pt>
          <cx:pt idx="9631">0.78071017937362663</cx:pt>
          <cx:pt idx="9632">0.68481190739994535</cx:pt>
          <cx:pt idx="9633">0.8770694307661554</cx:pt>
          <cx:pt idx="9634">0.53027300951736711</cx:pt>
          <cx:pt idx="9635">0.86736960958701459</cx:pt>
          <cx:pt idx="9636">0.71503197108047811</cx:pt>
          <cx:pt idx="9637">0.89091289675019802</cx:pt>
          <cx:pt idx="9638">0.94205234611728916</cx:pt>
          <cx:pt idx="9639">0.83783698982777355</cx:pt>
          <cx:pt idx="9640">0.84144346927660674</cx:pt>
          <cx:pt idx="9641">0.66367279363189946</cx:pt>
          <cx:pt idx="9642">0.79770065429305315</cx:pt>
          <cx:pt idx="9643">0.71902910301608292</cx:pt>
          <cx:pt idx="9644">0.58622735913431645</cx:pt>
          <cx:pt idx="9645">0.87032534315773347</cx:pt>
          <cx:pt idx="9646">0.81516180775955827</cx:pt>
          <cx:pt idx="9647">0.83671428948032367</cx:pt>
          <cx:pt idx="9648">0.89435719689602988</cx:pt>
          <cx:pt idx="9649">0.89579233087175336</cx:pt>
          <cx:pt idx="9650">0.62459813038381906</cx:pt>
          <cx:pt idx="9651">0.83529546092636764</cx:pt>
          <cx:pt idx="9652">0.86955719689901323</cx:pt>
          <cx:pt idx="9653">0.6206588904563336</cx:pt>
          <cx:pt idx="9654">0.84139042729931302</cx:pt>
          <cx:pt idx="9655">0.83222782260080586</cx:pt>
          <cx:pt idx="9656">0.88411975828943334</cx:pt>
          <cx:pt idx="9657">0.5899149640513518</cx:pt>
          <cx:pt idx="9658">0.74015384453219835</cx:pt>
          <cx:pt idx="9659">0.83807762727892632</cx:pt>
          <cx:pt idx="9660">0.54804548348397963</cx:pt>
          <cx:pt idx="9661">0.89037955671040969</cx:pt>
          <cx:pt idx="9662">0.66859969240613093</cx:pt>
          <cx:pt idx="9663">0.87351171260538096</cx:pt>
          <cx:pt idx="9664">0.88770269877341468</cx:pt>
          <cx:pt idx="9665">0.90530413175641411</cx:pt>
          <cx:pt idx="9666">0.90900541290366499</cx:pt>
          <cx:pt idx="9667">0.82296370905388183</cx:pt>
          <cx:pt idx="9668">0.70053855617187499</cx:pt>
          <cx:pt idx="9669">0.91257928690552725</cx:pt>
          <cx:pt idx="9670">0.89419837477358377</cx:pt>
          <cx:pt idx="9671">0.8944176844129289</cx:pt>
          <cx:pt idx="9672">0.43027742777594485</cx:pt>
          <cx:pt idx="9673">0.70036370469393094</cx:pt>
          <cx:pt idx="9674">0.83911128624511266</cx:pt>
          <cx:pt idx="9675">0.81667162064434307</cx:pt>
          <cx:pt idx="9676">0.90505459059495996</cx:pt>
          <cx:pt idx="9677">0.79959923352587847</cx:pt>
          <cx:pt idx="9678">0.68873590851333411</cx:pt>
          <cx:pt idx="9679">0.81944083349823504</cx:pt>
          <cx:pt idx="9680">0.78336622686944124</cx:pt>
          <cx:pt idx="9681">0.91257895111224474</cx:pt>
          <cx:pt idx="9682">0.95566782983909515</cx:pt>
          <cx:pt idx="9683">0.65249081344630921</cx:pt>
          <cx:pt idx="9684">0.70426046538489917</cx:pt>
          <cx:pt idx="9685">0.61683499521592422</cx:pt>
          <cx:pt idx="9686">0.69359802953417926</cx:pt>
          <cx:pt idx="9687">0.8823316498730549</cx:pt>
          <cx:pt idx="9688">0.7293267146916953</cx:pt>
          <cx:pt idx="9689">0.81082067924052625</cx:pt>
          <cx:pt idx="9690">0.85530763941874577</cx:pt>
          <cx:pt idx="9691">0.64069510979673661</cx:pt>
          <cx:pt idx="9692">0.90613047842266448</cx:pt>
          <cx:pt idx="9693">0.32376384429591387</cx:pt>
          <cx:pt idx="9694">0.70045040351967813</cx:pt>
          <cx:pt idx="9695">0.82285020796650521</cx:pt>
          <cx:pt idx="9696">0.58793731829103979</cx:pt>
          <cx:pt idx="9697">0.83224655929607949</cx:pt>
          <cx:pt idx="9698">0.90974030680553342</cx:pt>
          <cx:pt idx="9699">0.90062719998242691</cx:pt>
          <cx:pt idx="9700">0.86045034901423789</cx:pt>
          <cx:pt idx="9701">0.60236997893866484</cx:pt>
          <cx:pt idx="9702">0.50306965023753669</cx:pt>
          <cx:pt idx="9703">0.76783373855706893</cx:pt>
          <cx:pt idx="9704">0.90626364940567861</cx:pt>
          <cx:pt idx="9705">0.70250387208933651</cx:pt>
          <cx:pt idx="9706">0.73890378835017567</cx:pt>
          <cx:pt idx="9707">0.88400709209457728</cx:pt>
          <cx:pt idx="9708">0.82077673084143654</cx:pt>
          <cx:pt idx="9709">0.88014154308211479</cx:pt>
          <cx:pt idx="9710">0.70586844873195553</cx:pt>
          <cx:pt idx="9711">0.9525753688970594</cx:pt>
          <cx:pt idx="9712">0.83906816737749668</cx:pt>
          <cx:pt idx="9713">0.87865290293486165</cx:pt>
          <cx:pt idx="9714">0.64916147175709993</cx:pt>
          <cx:pt idx="9715">0.72394753529884481</cx:pt>
          <cx:pt idx="9716">0.62622726314246457</cx:pt>
          <cx:pt idx="9717">0.8779496863766314</cx:pt>
          <cx:pt idx="9718">0.8768704362508305</cx:pt>
          <cx:pt idx="9719">0.64826387089906534</cx:pt>
          <cx:pt idx="9720">0.87002532859626081</cx:pt>
          <cx:pt idx="9721">0.83486703771834747</cx:pt>
          <cx:pt idx="9722">0.87197071906811729</cx:pt>
          <cx:pt idx="9723">0.54790012645740738</cx:pt>
          <cx:pt idx="9724">0.64857474914499103</cx:pt>
          <cx:pt idx="9725">0.61303279605958438</cx:pt>
          <cx:pt idx="9726">0.8984678951208207</cx:pt>
          <cx:pt idx="9727">0.82780015264637152</cx:pt>
          <cx:pt idx="9728">0.8413415690091437</cx:pt>
          <cx:pt idx="9729">0.36776213363860083</cx:pt>
          <cx:pt idx="9730">0.87527989107097715</cx:pt>
          <cx:pt idx="9731">0.86935155998750169</cx:pt>
          <cx:pt idx="9732">0.90489418411125744</cx:pt>
          <cx:pt idx="9733">0.90767006306031761</cx:pt>
          <cx:pt idx="9734">0.48832636117414502</cx:pt>
          <cx:pt idx="9735">0.85650697356526906</cx:pt>
          <cx:pt idx="9736">0.59600412950707615</cx:pt>
          <cx:pt idx="9737">0.85805351259752338</cx:pt>
          <cx:pt idx="9738">0.8353857111021078</cx:pt>
          <cx:pt idx="9739">0.81893078825685639</cx:pt>
          <cx:pt idx="9740">0.62563940767740189</cx:pt>
          <cx:pt idx="9741">0.87296340231130287</cx:pt>
          <cx:pt idx="9742">0.72182934552959954</cx:pt>
          <cx:pt idx="9743">0.52738850284886862</cx:pt>
          <cx:pt idx="9744">0.58524881312161825</cx:pt>
          <cx:pt idx="9745">0.89765336598523926</cx:pt>
          <cx:pt idx="9746">0.83996748797428467</cx:pt>
          <cx:pt idx="9747">0.80916520433235439</cx:pt>
          <cx:pt idx="9748">0.51305326210921309</cx:pt>
          <cx:pt idx="9749">0.84026624545768447</cx:pt>
          <cx:pt idx="9750">0.8325640917871765</cx:pt>
          <cx:pt idx="9751">0.83450706953947784</cx:pt>
          <cx:pt idx="9752">0.54301832547128825</cx:pt>
          <cx:pt idx="9753">0.27224077220419757</cx:pt>
          <cx:pt idx="9754">0.90991944645250356</cx:pt>
          <cx:pt idx="9755">0.36810677161265504</cx:pt>
          <cx:pt idx="9756">0.74549419630769742</cx:pt>
          <cx:pt idx="9757">0.6773765178187342</cx:pt>
          <cx:pt idx="9758">0.85736222587260214</cx:pt>
          <cx:pt idx="9759">0.9044700271719861</cx:pt>
          <cx:pt idx="9760">0.79221319004280799</cx:pt>
          <cx:pt idx="9761">0.67721131148713876</cx:pt>
          <cx:pt idx="9762">0.71238972559384417</cx:pt>
          <cx:pt idx="9763">0.9497587253108345</cx:pt>
          <cx:pt idx="9764">0.43989921327269266</cx:pt>
          <cx:pt idx="9765">0.87177330485177196</cx:pt>
          <cx:pt idx="9766">0.84092595519978053</cx:pt>
          <cx:pt idx="9767">0.32197932098651227</cx:pt>
          <cx:pt idx="9768">0.60587220077885839</cx:pt>
          <cx:pt idx="9769">0.50663030437253287</cx:pt>
          <cx:pt idx="9770">0.64647156763617264</cx:pt>
          <cx:pt idx="9771">0.78536399637903831</cx:pt>
          <cx:pt idx="9772">0.86852349726888256</cx:pt>
          <cx:pt idx="9773">0.87253731972826576</cx:pt>
          <cx:pt idx="9774">0.93835921545871448</cx:pt>
          <cx:pt idx="9775">0.91016516248590396</cx:pt>
          <cx:pt idx="9776">0.60349248594820426</cx:pt>
          <cx:pt idx="9777">0.80690998541352899</cx:pt>
          <cx:pt idx="9778">0.8664911704325059</cx:pt>
          <cx:pt idx="9779">0.83555286674234774</cx:pt>
          <cx:pt idx="9780">0.88546137310847917</cx:pt>
          <cx:pt idx="9781">0.83841997714361649</cx:pt>
          <cx:pt idx="9782">0.85486890734446663</cx:pt>
          <cx:pt idx="9783">0.83742824526359672</cx:pt>
          <cx:pt idx="9784">0.73564869011580003</cx:pt>
          <cx:pt idx="9785">0.87579072326552476</cx:pt>
          <cx:pt idx="9786">0.83584524648545433</cx:pt>
          <cx:pt idx="9787">0.87316083103791908</cx:pt>
          <cx:pt idx="9788">0.30773875352627972</cx:pt>
          <cx:pt idx="9789">0.42578616864431251</cx:pt>
          <cx:pt idx="9790">0.89395178225404437</cx:pt>
          <cx:pt idx="9791">0.3584876823421882</cx:pt>
          <cx:pt idx="9792">0.788163384799351</cx:pt>
          <cx:pt idx="9793">0.80490917986369404</cx:pt>
          <cx:pt idx="9794">0.5623408592627841</cx:pt>
          <cx:pt idx="9795">0.81784453532601453</cx:pt>
          <cx:pt idx="9796">0.31709147488593864</cx:pt>
          <cx:pt idx="9797">0.42845659091045646</cx:pt>
          <cx:pt idx="9798">0.73863085064133427</cx:pt>
          <cx:pt idx="9799">0.81124662841532247</cx:pt>
          <cx:pt idx="9800">0.95392805477611198</cx:pt>
          <cx:pt idx="9801">0.87228299397237175</cx:pt>
          <cx:pt idx="9802">0.86070352425053265</cx:pt>
          <cx:pt idx="9803">0.86924567681351261</cx:pt>
          <cx:pt idx="9804">0.59300486475254277</cx:pt>
          <cx:pt idx="9805">0.87029892427347988</cx:pt>
          <cx:pt idx="9806">0.67803633800355667</cx:pt>
          <cx:pt idx="9807">0.88358069880373236</cx:pt>
          <cx:pt idx="9808">0.86828443826143431</cx:pt>
          <cx:pt idx="9809">0.85827692687709356</cx:pt>
          <cx:pt idx="9810">0.67755037526222461</cx:pt>
          <cx:pt idx="9811">0.58938580888032799</cx:pt>
          <cx:pt idx="9812">0.80587585703260212</cx:pt>
          <cx:pt idx="9813">0.65360063961289416</cx:pt>
          <cx:pt idx="9814">0.69620545177324544</cx:pt>
          <cx:pt idx="9815">0.87264557679655441</cx:pt>
          <cx:pt idx="9816">0.87683978268322205</cx:pt>
          <cx:pt idx="9817">0.90762988741015338</cx:pt>
          <cx:pt idx="9818">0.90734516831855039</cx:pt>
          <cx:pt idx="9819">0.41846237712738177</cx:pt>
          <cx:pt idx="9820">0.78945365500279296</cx:pt>
          <cx:pt idx="9821">0.74557651027245198</cx:pt>
          <cx:pt idx="9822">0.61336963844026426</cx:pt>
          <cx:pt idx="9823">0.82774779654818564</cx:pt>
          <cx:pt idx="9824">0.71836869324571839</cx:pt>
          <cx:pt idx="9825">0.95458595711652272</cx:pt>
          <cx:pt idx="9826">0.58551806428403796</cx:pt>
          <cx:pt idx="9827">0.88309359101459872</cx:pt>
          <cx:pt idx="9828">0.54836758899756344</cx:pt>
          <cx:pt idx="9829">0.38974959347185706</cx:pt>
          <cx:pt idx="9830">0.90376605433670465</cx:pt>
          <cx:pt idx="9831">0.38989582119945682</cx:pt>
          <cx:pt idx="9832">0.5345101069546796</cx:pt>
          <cx:pt idx="9833">0.55184421902406855</cx:pt>
          <cx:pt idx="9834">0.60639402725130831</cx:pt>
          <cx:pt idx="9835">0.91903965444340174</cx:pt>
          <cx:pt idx="9836">0.65467566466297333</cx:pt>
          <cx:pt idx="9837">0.6089914274908973</cx:pt>
          <cx:pt idx="9838">0.87992684760390094</cx:pt>
          <cx:pt idx="9839">0.61721316395830184</cx:pt>
          <cx:pt idx="9840">0.88791966636469477</cx:pt>
          <cx:pt idx="9841">0.81444283894689828</cx:pt>
          <cx:pt idx="9842">0.88125998487039403</cx:pt>
          <cx:pt idx="9843">0.57191358831200068</cx:pt>
          <cx:pt idx="9844">0.91113409337731865</cx:pt>
          <cx:pt idx="9845">0.9482399996247598</cx:pt>
          <cx:pt idx="9846">0.71170369964088998</cx:pt>
          <cx:pt idx="9847">0.57870187239320259</cx:pt>
          <cx:pt idx="9848">0.84029624012308579</cx:pt>
          <cx:pt idx="9849">0.81995094131021706</cx:pt>
          <cx:pt idx="9850">0.40200147753894971</cx:pt>
          <cx:pt idx="9851">0.74798157359566342</cx:pt>
          <cx:pt idx="9852">0.90284018210430683</cx:pt>
          <cx:pt idx="9853">0.8553652167155843</cx:pt>
          <cx:pt idx="9854">0.90959799709693279</cx:pt>
          <cx:pt idx="9855">0.74495162684388372</cx:pt>
          <cx:pt idx="9856">0.74533475024434959</cx:pt>
          <cx:pt idx="9857">0.87170183090378506</cx:pt>
          <cx:pt idx="9858">0.77877543554879913</cx:pt>
          <cx:pt idx="9859">0.87200852764896575</cx:pt>
          <cx:pt idx="9860">0.88744848288464173</cx:pt>
          <cx:pt idx="9861">0.56988504745260793</cx:pt>
          <cx:pt idx="9862">0.57975942155854199</cx:pt>
          <cx:pt idx="9863">0.43497465283781933</cx:pt>
          <cx:pt idx="9864">0.53860403604645857</cx:pt>
          <cx:pt idx="9865">0.95204446322823832</cx:pt>
          <cx:pt idx="9866">0.85658241377608735</cx:pt>
          <cx:pt idx="9867">0.78007077411228221</cx:pt>
          <cx:pt idx="9868">0.70181855062416465</cx:pt>
          <cx:pt idx="9869">0.89759915960853753</cx:pt>
          <cx:pt idx="9870">0.62218627667476933</cx:pt>
          <cx:pt idx="9871">0.64134784285863367</cx:pt>
          <cx:pt idx="9872">0.87637835214732518</cx:pt>
          <cx:pt idx="9873">0.64213468683676078</cx:pt>
          <cx:pt idx="9874">0.91106750186943675</cx:pt>
          <cx:pt idx="9875">0.86091191363752884</cx:pt>
          <cx:pt idx="9876">0.87598947420480111</cx:pt>
          <cx:pt idx="9877">0.90689170757281323</cx:pt>
          <cx:pt idx="9878">0.58059819572732152</cx:pt>
          <cx:pt idx="9879">0.83905958923358503</cx:pt>
          <cx:pt idx="9880">0.94833757543182362</cx:pt>
          <cx:pt idx="9881">0.93117927531386457</cx:pt>
          <cx:pt idx="9882">0.9102118305225928</cx:pt>
          <cx:pt idx="9883">0.8385814147274262</cx:pt>
          <cx:pt idx="9884">0.31477633597401705</cx:pt>
          <cx:pt idx="9885">0.91216212413460473</cx:pt>
          <cx:pt idx="9886">0.86318512054799301</cx:pt>
          <cx:pt idx="9887">0.83474997840567255</cx:pt>
          <cx:pt idx="9888">0.88524989968155632</cx:pt>
          <cx:pt idx="9889">0.86811438931103213</cx:pt>
          <cx:pt idx="9890">0.87495430667865526</cx:pt>
          <cx:pt idx="9891">0.9280740338324881</cx:pt>
          <cx:pt idx="9892">0.8366865820130629</cx:pt>
          <cx:pt idx="9893">0.88133614039005848</cx:pt>
          <cx:pt idx="9894">0.68005145919001064</cx:pt>
          <cx:pt idx="9895">0.92636095752963477</cx:pt>
          <cx:pt idx="9896">0.32430616726598444</cx:pt>
          <cx:pt idx="9897">0.78786462684430347</cx:pt>
          <cx:pt idx="9898">0.32711263789451106</cx:pt>
          <cx:pt idx="9899">0.65448070098472788</cx:pt>
          <cx:pt idx="9900">0.8373594907291988</cx:pt>
          <cx:pt idx="9901">0.83851653471924548</cx:pt>
          <cx:pt idx="9902">0.83946978558469831</cx:pt>
          <cx:pt idx="9903">0.86739034755312205</cx:pt>
          <cx:pt idx="9904">0.87623354339883575</cx:pt>
          <cx:pt idx="9905">0.83554880966283296</cx:pt>
          <cx:pt idx="9906">0.31259724949071882</cx:pt>
          <cx:pt idx="9907">0.86852630643848938</cx:pt>
          <cx:pt idx="9908">0.80270309268818674</cx:pt>
          <cx:pt idx="9909">0.90690891406709073</cx:pt>
          <cx:pt idx="9910">0.90178099368123499</cx:pt>
          <cx:pt idx="9911">0.8340351738420817</cx:pt>
          <cx:pt idx="9912">0.54484867065203979</cx:pt>
          <cx:pt idx="9913">0.81855081688915976</cx:pt>
          <cx:pt idx="9914">0.85499808311842618</cx:pt>
          <cx:pt idx="9915">0.89107077836613291</cx:pt>
          <cx:pt idx="9916">0.90386943563240163</cx:pt>
          <cx:pt idx="9917">0.87419425960560815</cx:pt>
          <cx:pt idx="9918">0.87872333616224396</cx:pt>
          <cx:pt idx="9919">0.5529234905935414</cx:pt>
          <cx:pt idx="9920">0.67898515724482345</cx:pt>
          <cx:pt idx="9921">0.32901197553026429</cx:pt>
          <cx:pt idx="9922">0.60655345150913453</cx:pt>
          <cx:pt idx="9923">0.9047317765355305</cx:pt>
          <cx:pt idx="9924">0.60271140596562545</cx:pt>
          <cx:pt idx="9925">0.64389985803188865</cx:pt>
          <cx:pt idx="9926">0.85644485242995938</cx:pt>
          <cx:pt idx="9927">0.70809919157000578</cx:pt>
          <cx:pt idx="9928">0.67983583133104275</cx:pt>
          <cx:pt idx="9929">0.83781923907599698</cx:pt>
          <cx:pt idx="9930">0.87714272874274257</cx:pt>
          <cx:pt idx="9931">0.85183291612929901</cx:pt>
          <cx:pt idx="9932">0.883522141849019</cx:pt>
          <cx:pt idx="9933">0.83596353944276225</cx:pt>
          <cx:pt idx="9934">0.66360864763585747</cx:pt>
          <cx:pt idx="9935">0.92939656990728903</cx:pt>
          <cx:pt idx="9936">0.87241156903028749</cx:pt>
          <cx:pt idx="9937">0.90524209340138195</cx:pt>
          <cx:pt idx="9938">0.51799278610875921</cx:pt>
          <cx:pt idx="9939">0.48680023906056136</cx:pt>
          <cx:pt idx="9940">0.85738909233975491</cx:pt>
          <cx:pt idx="9941">0.81845258861026959</cx:pt>
          <cx:pt idx="9942">0.81866205822789406</cx:pt>
          <cx:pt idx="9943">0.93071649088291386</cx:pt>
          <cx:pt idx="9944">0.69523815354661911</cx:pt>
          <cx:pt idx="9945">0.89773981649050294</cx:pt>
          <cx:pt idx="9946">0.90552671378016203</cx:pt>
          <cx:pt idx="9947">0.3921574185732235</cx:pt>
          <cx:pt idx="9948">0.64870583110289315</cx:pt>
          <cx:pt idx="9949">0.83410228496358774</cx:pt>
          <cx:pt idx="9950">0.71322798996413894</cx:pt>
          <cx:pt idx="9951">0.7992664009116266</cx:pt>
          <cx:pt idx="9952">0.90428862999793791</cx:pt>
          <cx:pt idx="9953">0.90491040777935206</cx:pt>
          <cx:pt idx="9954">0.83527861316162311</cx:pt>
          <cx:pt idx="9955">0.8734602127397868</cx:pt>
          <cx:pt idx="9956">0.89965522664380171</cx:pt>
          <cx:pt idx="9957">0.6976493604946431</cx:pt>
          <cx:pt idx="9958">0.69954354318253031</cx:pt>
          <cx:pt idx="9959">0.85626660474807093</cx:pt>
          <cx:pt idx="9960">0.87316953405012543</cx:pt>
          <cx:pt idx="9961">0.87515295019952566</cx:pt>
          <cx:pt idx="9962">0.36934729485377826</cx:pt>
          <cx:pt idx="9963">0.63286480614307683</cx:pt>
          <cx:pt idx="9964">0.87717633438179476</cx:pt>
          <cx:pt idx="9965">0.67838256311404033</cx:pt>
          <cx:pt idx="9966">0.8795844018154837</cx:pt>
          <cx:pt idx="9967">0.95606899189782391</cx:pt>
          <cx:pt idx="9968">0.91185173508899098</cx:pt>
          <cx:pt idx="9969">0.36919354021367123</cx:pt>
          <cx:pt idx="9970">0.78363711444045281</cx:pt>
          <cx:pt idx="9971">0.7827951294536255</cx:pt>
          <cx:pt idx="9972">0.57424819789851023</cx:pt>
          <cx:pt idx="9973">0.63954069161973259</cx:pt>
          <cx:pt idx="9974">0.87496723576387647</cx:pt>
          <cx:pt idx="9975">0.65523391864647051</cx:pt>
          <cx:pt idx="9976">0.91307905449873927</cx:pt>
          <cx:pt idx="9977">0.69262876143062646</cx:pt>
          <cx:pt idx="9978">0.54521814689727122</cx:pt>
          <cx:pt idx="9979">0.88399608523491158</cx:pt>
          <cx:pt idx="9980">0.90409109811814581</cx:pt>
          <cx:pt idx="9981">0.26999663581663652</cx:pt>
          <cx:pt idx="9982">0.59169209106596321</cx:pt>
          <cx:pt idx="9983">0.87021224686718734</cx:pt>
          <cx:pt idx="9984">0.29096466658342518</cx:pt>
        </cx:lvl>
      </cx:numDim>
    </cx:data>
  </cx:chartData>
  <cx:chart>
    <cx:title pos="t" align="ctr" overlay="0">
      <cx:tx>
        <cx:txData>
          <cx:v>Histogram of PD data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Histogram of PD data</a:t>
          </a:r>
        </a:p>
      </cx:txPr>
    </cx:title>
    <cx:plotArea>
      <cx:plotAreaRegion>
        <cx:series layoutId="clusteredColumn" uniqueId="{ED8AD2CA-3053-4C53-936C-29B0F0380841}"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Rates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Rates</a:t>
              </a:r>
            </a:p>
          </cx:txPr>
        </cx:title>
        <cx:tickLabels/>
      </cx:axis>
      <cx:axis id="1">
        <cx:valScaling/>
        <cx:title>
          <cx:tx>
            <cx:txData>
              <cx:v> Counts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 Counts</a:t>
              </a: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41BE-F610-7158-E728-C8AFFF8B3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41E25-031D-36AB-E394-935A9F2AF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13DAC-81CD-68F9-6D7B-72E6483B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C6698-9E89-14F7-7878-50F0199E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C0C7-A6C1-B6B3-E503-FF006DF1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761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904E-EEA6-C8CE-FE2E-0348E223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50A96-B288-8B94-3527-BF1D6F6C0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547E-1C91-F292-24ED-98848BA7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E62CD-8833-6D32-A81C-E8373E7A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FDC5-F547-E1FE-084A-BAC628A0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226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220D-037A-6BD3-1C70-34C409D7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FA8AC-0868-AD85-60AA-50DBE0754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87AB-83F8-6586-7393-25B2F783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023E2-0A0C-7FBB-B266-27B4D3C7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C96AD-048F-978E-350F-125CC36C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91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05DC6-12AE-1476-8A53-DEA62B20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F165-1283-817A-A188-D239B2D00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0623F-43ED-F6B6-3B24-73EC1BC30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5930D-400A-0747-FAE1-8F6507AA7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F7564-8967-C1F3-F2CB-F57B9393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71F42-6FEF-6F22-A7CB-8E3211F3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2065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A97F-CA8D-C1C4-68A3-120E6471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EF391-C88A-7E59-48EF-48B551AE2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C0522-8506-6E1E-013D-4105F3629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420B8-762D-BA6D-C7C3-912CADD51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E5256-B7DD-FF31-A14F-D3507C5CF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88A8E-4548-A9E0-5C40-154D45D5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17A854-D4B5-0EFE-5B1C-45A6A512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295832-9A65-1480-117E-66B00747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566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AE3D-0703-AED2-2BA0-3F683A5B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36A99-E9ED-A24E-976E-8CE68BE6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F34E6-8DC8-8E3D-3DA7-DF87090C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54927-C6D3-8265-1A29-9B7A62F9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974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30674-F70F-A9D8-D87F-1094F76F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BED5A-F0FD-1CA8-229E-E1E5BE95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5BA9-BA97-9C30-9D6A-0637AEF1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187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6668-14B0-1E97-7174-43A07A05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17D1-0D86-1690-A1F1-39E44B3DC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2AC52-8D0C-6379-477C-CD0AB94C0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AA4B2-5689-705A-6DB7-BB76654C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EBD60-167D-1ADC-4291-DB3D9FD5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323F3-3057-5FA4-F9B2-8B6692F5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497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5EF2-0DD1-E556-E20D-C0BFEDF9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6EA38-1556-DBF5-4405-3C1A57C19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9914D-D165-6A7E-AEF6-099D628B7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56B33-55DC-2517-E745-0DCE4113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4AEC2-E033-99B8-B596-D5E54336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C5086-2E78-AC51-77F4-EF6A04C5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481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797B-2E16-43BA-67EF-6BB34E5A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9A41C-405C-22D1-E0DB-60922F0C4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BB23F-CE72-833E-7307-6B959EA5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8449-35F1-63FB-4260-600BAF34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66D19-C031-C726-624D-6C8F6494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544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15CD3-33A4-5CA7-AA86-5501FD3A6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128F2-AE88-32F0-6912-B313F91FF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DAE1C-910E-348A-C18E-B90DB073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A81D9-A277-4538-2BB3-ACE1BA32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D8C5-D04E-D0F0-4E28-AAC49BE8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255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3F707-DB44-7483-4FE0-0F7FF8A2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08EEC-4AE5-DBFD-073B-DBC6DB13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E48D6-5033-242D-2096-BD14DC422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247D2-5F41-4D4D-A9C4-A4E86810F827}" type="datetimeFigureOut">
              <a:rPr lang="en-ZA" smtClean="0"/>
              <a:t>2024/02/05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5ED8-D2C1-E2A0-7AC4-69B2227FB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20EC0-279A-2238-22C7-88AA85118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A2002-1EC9-43CE-8D9E-8B2A744C575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752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9EF4-4823-7C20-389A-D075C9ACF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ZA" dirty="0"/>
              <a:t>Exploratory data analysis (EDA)</a:t>
            </a:r>
            <a:br>
              <a:rPr lang="en-ZA" dirty="0"/>
            </a:br>
            <a:br>
              <a:rPr lang="en-ZA" dirty="0"/>
            </a:b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B88BE-C030-DFE4-0FC8-E401286C2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16" y="4996180"/>
            <a:ext cx="10633164" cy="15265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dirty="0"/>
              <a:t>There is default rate is higher than the average of PD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dirty="0"/>
              <a:t>There is high volume of PD value between 82% to 90%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dirty="0"/>
              <a:t>Besides the PD values between 80% to 75.2% the data </a:t>
            </a:r>
            <a:r>
              <a:rPr lang="en-ZA" sz="2000" dirty="0" err="1"/>
              <a:t>wold</a:t>
            </a:r>
            <a:r>
              <a:rPr lang="en-ZA" sz="2000" dirty="0"/>
              <a:t> be roughly bell shaped, one could assume that it’s following a normal distribution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4822F3F-24F2-ECE2-DBDD-914CBC587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511041"/>
              </p:ext>
            </p:extLst>
          </p:nvPr>
        </p:nvGraphicFramePr>
        <p:xfrm>
          <a:off x="522515" y="2131060"/>
          <a:ext cx="356180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314">
                  <a:extLst>
                    <a:ext uri="{9D8B030D-6E8A-4147-A177-3AD203B41FA5}">
                      <a16:colId xmlns:a16="http://schemas.microsoft.com/office/drawing/2014/main" val="1046109833"/>
                    </a:ext>
                  </a:extLst>
                </a:gridCol>
                <a:gridCol w="1801492">
                  <a:extLst>
                    <a:ext uri="{9D8B030D-6E8A-4147-A177-3AD203B41FA5}">
                      <a16:colId xmlns:a16="http://schemas.microsoft.com/office/drawing/2014/main" val="3561091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dirty="0"/>
                        <a:t>Name of test 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377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mean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0,187632927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73971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variance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0,04900842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1334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maximum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0,99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01967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minimum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4,67023E-05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82145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median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0,500461983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24982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default rate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0,489434151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27262346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15FF10F6-B620-4294-9FA9-6AD1390E38A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52658258"/>
                  </p:ext>
                </p:extLst>
              </p:nvPr>
            </p:nvGraphicFramePr>
            <p:xfrm>
              <a:off x="5085806" y="2112192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4" name="Chart 13">
                <a:extLst>
                  <a:ext uri="{FF2B5EF4-FFF2-40B4-BE49-F238E27FC236}">
                    <a16:creationId xmlns:a16="http://schemas.microsoft.com/office/drawing/2014/main" id="{15FF10F6-B620-4294-9FA9-6AD1390E38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5806" y="2112192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772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B2F7E-A6A5-1D67-246D-9AFF4854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646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 dirty="0"/>
              <a:t>EDA for features 1</a:t>
            </a:r>
            <a:endParaRPr lang="en-ZA" sz="5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53DD71-CAA0-8AEB-84D6-0BB9D7430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299597"/>
              </p:ext>
            </p:extLst>
          </p:nvPr>
        </p:nvGraphicFramePr>
        <p:xfrm>
          <a:off x="838200" y="2193313"/>
          <a:ext cx="5898931" cy="4212704"/>
        </p:xfrm>
        <a:graphic>
          <a:graphicData uri="http://schemas.openxmlformats.org/drawingml/2006/table">
            <a:tbl>
              <a:tblPr/>
              <a:tblGrid>
                <a:gridCol w="1280981">
                  <a:extLst>
                    <a:ext uri="{9D8B030D-6E8A-4147-A177-3AD203B41FA5}">
                      <a16:colId xmlns:a16="http://schemas.microsoft.com/office/drawing/2014/main" val="3610241027"/>
                    </a:ext>
                  </a:extLst>
                </a:gridCol>
                <a:gridCol w="896170">
                  <a:extLst>
                    <a:ext uri="{9D8B030D-6E8A-4147-A177-3AD203B41FA5}">
                      <a16:colId xmlns:a16="http://schemas.microsoft.com/office/drawing/2014/main" val="3364192245"/>
                    </a:ext>
                  </a:extLst>
                </a:gridCol>
                <a:gridCol w="3721780">
                  <a:extLst>
                    <a:ext uri="{9D8B030D-6E8A-4147-A177-3AD203B41FA5}">
                      <a16:colId xmlns:a16="http://schemas.microsoft.com/office/drawing/2014/main" val="1360230461"/>
                    </a:ext>
                  </a:extLst>
                </a:gridCol>
              </a:tblGrid>
              <a:tr h="430029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 name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 value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Comments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130488"/>
                  </a:ext>
                </a:extLst>
              </a:tr>
              <a:tr h="430029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   300 000 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103366"/>
                  </a:ext>
                </a:extLst>
              </a:tr>
              <a:tr h="21845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positive values, since the max is zero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403097"/>
                  </a:ext>
                </a:extLst>
              </a:tr>
              <a:tr h="6416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       2 158 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Based on eyeballing the dataset, we can see many zeroes. This is probably affecting the average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06558"/>
                  </a:ext>
                </a:extLst>
              </a:tr>
              <a:tr h="6416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obervations where zero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88,3%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 to all the zeroes, we might want to look at the average excluding zeroes. This won't always be the case, it depends on the data and requires some judgement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115" marR="141115" marT="70557" marB="70557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882330"/>
                  </a:ext>
                </a:extLst>
              </a:tr>
              <a:tr h="6416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ecluding zeroes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                      18 451 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61778"/>
                  </a:ext>
                </a:extLst>
              </a:tr>
              <a:tr h="21845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08782"/>
                  </a:ext>
                </a:extLst>
              </a:tr>
              <a:tr h="218456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ZA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8" marR="8428" marT="84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632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3A9B9E-0705-1FDE-EDFA-E36E9E37D0B4}"/>
              </a:ext>
            </a:extLst>
          </p:cNvPr>
          <p:cNvSpPr txBox="1"/>
          <p:nvPr/>
        </p:nvSpPr>
        <p:spPr>
          <a:xfrm>
            <a:off x="6850470" y="1924709"/>
            <a:ext cx="506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Looking at the default rates where the feature value is zero vs negative</a:t>
            </a:r>
            <a:r>
              <a:rPr lang="en-GB" dirty="0"/>
              <a:t>.</a:t>
            </a:r>
            <a:endParaRPr lang="en-ZA" dirty="0"/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A6C52A9F-8C3C-BC2A-0F7D-EAE979799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757190"/>
              </p:ext>
            </p:extLst>
          </p:nvPr>
        </p:nvGraphicFramePr>
        <p:xfrm>
          <a:off x="6949440" y="2571040"/>
          <a:ext cx="4751979" cy="2302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344">
                  <a:extLst>
                    <a:ext uri="{9D8B030D-6E8A-4147-A177-3AD203B41FA5}">
                      <a16:colId xmlns:a16="http://schemas.microsoft.com/office/drawing/2014/main" val="2590682309"/>
                    </a:ext>
                  </a:extLst>
                </a:gridCol>
                <a:gridCol w="1190545">
                  <a:extLst>
                    <a:ext uri="{9D8B030D-6E8A-4147-A177-3AD203B41FA5}">
                      <a16:colId xmlns:a16="http://schemas.microsoft.com/office/drawing/2014/main" val="2222207753"/>
                    </a:ext>
                  </a:extLst>
                </a:gridCol>
                <a:gridCol w="1190545">
                  <a:extLst>
                    <a:ext uri="{9D8B030D-6E8A-4147-A177-3AD203B41FA5}">
                      <a16:colId xmlns:a16="http://schemas.microsoft.com/office/drawing/2014/main" val="4159746446"/>
                    </a:ext>
                  </a:extLst>
                </a:gridCol>
                <a:gridCol w="1190545">
                  <a:extLst>
                    <a:ext uri="{9D8B030D-6E8A-4147-A177-3AD203B41FA5}">
                      <a16:colId xmlns:a16="http://schemas.microsoft.com/office/drawing/2014/main" val="1403863433"/>
                    </a:ext>
                  </a:extLst>
                </a:gridCol>
              </a:tblGrid>
              <a:tr h="452360">
                <a:tc>
                  <a:txBody>
                    <a:bodyPr/>
                    <a:lstStyle/>
                    <a:p>
                      <a:r>
                        <a:rPr lang="en-ZA" dirty="0"/>
                        <a:t>Row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Sum of </a:t>
                      </a:r>
                      <a:r>
                        <a:rPr lang="en-ZA" dirty="0" err="1"/>
                        <a:t>default_ind</a:t>
                      </a:r>
                      <a:endParaRPr lang="en-ZA" dirty="0"/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Count of cust_no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default rate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26119743"/>
                  </a:ext>
                </a:extLst>
              </a:tr>
              <a:tr h="421187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negative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        321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1 168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27,5%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541597997"/>
                  </a:ext>
                </a:extLst>
              </a:tr>
              <a:tr h="421187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     4 566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8 817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51,8%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46257427"/>
                  </a:ext>
                </a:extLst>
              </a:tr>
              <a:tr h="421187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Grand Total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     4 887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                     9 985 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48,9%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462709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5D7A879-CA5E-D0CF-0758-D050179657AE}"/>
              </a:ext>
            </a:extLst>
          </p:cNvPr>
          <p:cNvSpPr txBox="1"/>
          <p:nvPr/>
        </p:nvSpPr>
        <p:spPr>
          <a:xfrm>
            <a:off x="6949440" y="5100483"/>
            <a:ext cx="5146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negative value for feature 1 has a </a:t>
            </a:r>
            <a:r>
              <a:rPr lang="en-GB" dirty="0" err="1"/>
              <a:t>significnatly</a:t>
            </a:r>
            <a:r>
              <a:rPr lang="en-GB" dirty="0"/>
              <a:t> lower default rate than customers with a value of zero. This is looks like a promising feature to distinguish between good and bad risk customers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8196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9DADF-7628-E455-E33C-22FF9286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79573" cy="1228225"/>
          </a:xfrm>
        </p:spPr>
        <p:txBody>
          <a:bodyPr>
            <a:normAutofit/>
          </a:bodyPr>
          <a:lstStyle/>
          <a:p>
            <a:r>
              <a:rPr lang="en-GB" sz="4000" dirty="0"/>
              <a:t>EDA for features 3</a:t>
            </a:r>
            <a:endParaRPr lang="en-ZA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B9518F-BCBC-E7B2-6341-D3FF3ABB10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298945"/>
              </p:ext>
            </p:extLst>
          </p:nvPr>
        </p:nvGraphicFramePr>
        <p:xfrm>
          <a:off x="201474" y="2524974"/>
          <a:ext cx="5768401" cy="4355882"/>
        </p:xfrm>
        <a:graphic>
          <a:graphicData uri="http://schemas.openxmlformats.org/drawingml/2006/table">
            <a:tbl>
              <a:tblPr/>
              <a:tblGrid>
                <a:gridCol w="1562618">
                  <a:extLst>
                    <a:ext uri="{9D8B030D-6E8A-4147-A177-3AD203B41FA5}">
                      <a16:colId xmlns:a16="http://schemas.microsoft.com/office/drawing/2014/main" val="2113523141"/>
                    </a:ext>
                  </a:extLst>
                </a:gridCol>
                <a:gridCol w="1087321">
                  <a:extLst>
                    <a:ext uri="{9D8B030D-6E8A-4147-A177-3AD203B41FA5}">
                      <a16:colId xmlns:a16="http://schemas.microsoft.com/office/drawing/2014/main" val="1080253303"/>
                    </a:ext>
                  </a:extLst>
                </a:gridCol>
                <a:gridCol w="3118462">
                  <a:extLst>
                    <a:ext uri="{9D8B030D-6E8A-4147-A177-3AD203B41FA5}">
                      <a16:colId xmlns:a16="http://schemas.microsoft.com/office/drawing/2014/main" val="857250566"/>
                    </a:ext>
                  </a:extLst>
                </a:gridCol>
              </a:tblGrid>
              <a:tr h="55365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 name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 value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Comments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172367"/>
                  </a:ext>
                </a:extLst>
              </a:tr>
              <a:tr h="55365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-   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negative values the min is zero</a:t>
                      </a:r>
                      <a:endParaRPr lang="en-GB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976348"/>
                  </a:ext>
                </a:extLst>
              </a:tr>
              <a:tr h="2812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704513"/>
                  </a:ext>
                </a:extLst>
              </a:tr>
              <a:tr h="55365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19 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886003"/>
                  </a:ext>
                </a:extLst>
              </a:tr>
              <a:tr h="82610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obervations where zero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21,3%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 might want to look at the average excluding zeroes. This average is higher that the average that includes zeros</a:t>
                      </a:r>
                      <a:endParaRPr lang="en-GB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46" marR="147546" marT="73773" marB="7377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978039"/>
                  </a:ext>
                </a:extLst>
              </a:tr>
              <a:tr h="100235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ecluding zeroes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11 352 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1446"/>
                  </a:ext>
                </a:extLst>
              </a:tr>
              <a:tr h="2812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375325"/>
                  </a:ext>
                </a:extLst>
              </a:tr>
              <a:tr h="28120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ZA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12" marR="8812" marT="8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4708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699C8B7-55B8-CB0E-EF88-6D86F4A4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770241"/>
              </p:ext>
            </p:extLst>
          </p:nvPr>
        </p:nvGraphicFramePr>
        <p:xfrm>
          <a:off x="6605601" y="2544413"/>
          <a:ext cx="4792719" cy="1857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880">
                  <a:extLst>
                    <a:ext uri="{9D8B030D-6E8A-4147-A177-3AD203B41FA5}">
                      <a16:colId xmlns:a16="http://schemas.microsoft.com/office/drawing/2014/main" val="1912176536"/>
                    </a:ext>
                  </a:extLst>
                </a:gridCol>
                <a:gridCol w="1201613">
                  <a:extLst>
                    <a:ext uri="{9D8B030D-6E8A-4147-A177-3AD203B41FA5}">
                      <a16:colId xmlns:a16="http://schemas.microsoft.com/office/drawing/2014/main" val="2951483480"/>
                    </a:ext>
                  </a:extLst>
                </a:gridCol>
                <a:gridCol w="1201613">
                  <a:extLst>
                    <a:ext uri="{9D8B030D-6E8A-4147-A177-3AD203B41FA5}">
                      <a16:colId xmlns:a16="http://schemas.microsoft.com/office/drawing/2014/main" val="3164819008"/>
                    </a:ext>
                  </a:extLst>
                </a:gridCol>
                <a:gridCol w="1201613">
                  <a:extLst>
                    <a:ext uri="{9D8B030D-6E8A-4147-A177-3AD203B41FA5}">
                      <a16:colId xmlns:a16="http://schemas.microsoft.com/office/drawing/2014/main" val="669141340"/>
                    </a:ext>
                  </a:extLst>
                </a:gridCol>
              </a:tblGrid>
              <a:tr h="434402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Row Labels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Sum of default_ind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Count of cust_no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default rate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27179668"/>
                  </a:ext>
                </a:extLst>
              </a:tr>
              <a:tr h="434402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196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2122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9,2%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462792985"/>
                  </a:ext>
                </a:extLst>
              </a:tr>
              <a:tr h="434402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&gt; 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4691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7863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59,7%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34211049"/>
                  </a:ext>
                </a:extLst>
              </a:tr>
              <a:tr h="434402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Grand Total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4887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9985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48,9%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6046868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1ADC69D-4862-312B-3AF9-876635B2EDB6}"/>
              </a:ext>
            </a:extLst>
          </p:cNvPr>
          <p:cNvSpPr txBox="1"/>
          <p:nvPr/>
        </p:nvSpPr>
        <p:spPr>
          <a:xfrm>
            <a:off x="6540136" y="4645957"/>
            <a:ext cx="5450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data does not have negative the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Customers with a positive value for feature 3 has a </a:t>
            </a:r>
            <a:r>
              <a:rPr lang="en-GB" dirty="0" err="1"/>
              <a:t>significnatly</a:t>
            </a:r>
            <a:r>
              <a:rPr lang="en-GB" dirty="0"/>
              <a:t> higher default rate than customers with a value of zero.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597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88E74-7309-14DB-3DB1-1ECF6A00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/>
              <a:t>EDA for features 1</a:t>
            </a:r>
            <a:endParaRPr lang="en-ZA" sz="52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6493A9-913A-9CBC-7F3C-32FA8A4C1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094998"/>
              </p:ext>
            </p:extLst>
          </p:nvPr>
        </p:nvGraphicFramePr>
        <p:xfrm>
          <a:off x="155028" y="1530407"/>
          <a:ext cx="6611532" cy="5272248"/>
        </p:xfrm>
        <a:graphic>
          <a:graphicData uri="http://schemas.openxmlformats.org/drawingml/2006/table">
            <a:tbl>
              <a:tblPr/>
              <a:tblGrid>
                <a:gridCol w="2247967">
                  <a:extLst>
                    <a:ext uri="{9D8B030D-6E8A-4147-A177-3AD203B41FA5}">
                      <a16:colId xmlns:a16="http://schemas.microsoft.com/office/drawing/2014/main" val="3600482300"/>
                    </a:ext>
                  </a:extLst>
                </a:gridCol>
                <a:gridCol w="1281698">
                  <a:extLst>
                    <a:ext uri="{9D8B030D-6E8A-4147-A177-3AD203B41FA5}">
                      <a16:colId xmlns:a16="http://schemas.microsoft.com/office/drawing/2014/main" val="2830405956"/>
                    </a:ext>
                  </a:extLst>
                </a:gridCol>
                <a:gridCol w="3081867">
                  <a:extLst>
                    <a:ext uri="{9D8B030D-6E8A-4147-A177-3AD203B41FA5}">
                      <a16:colId xmlns:a16="http://schemas.microsoft.com/office/drawing/2014/main" val="4195986284"/>
                    </a:ext>
                  </a:extLst>
                </a:gridCol>
              </a:tblGrid>
              <a:tr h="330433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Statistic name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 value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Comments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801380"/>
                  </a:ext>
                </a:extLst>
              </a:tr>
              <a:tr h="62782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-91919 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5 has fewer negative values </a:t>
                      </a:r>
                      <a:endParaRPr lang="en-GB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080517"/>
                  </a:ext>
                </a:extLst>
              </a:tr>
              <a:tr h="318835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12772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507593"/>
                  </a:ext>
                </a:extLst>
              </a:tr>
              <a:tr h="93681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2568 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Based on eyeballing the dataset has fewer zeroes and many positive values</a:t>
                      </a:r>
                      <a:endParaRPr lang="en-GB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658438"/>
                  </a:ext>
                </a:extLst>
              </a:tr>
              <a:tr h="62782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 obervations where zero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0,3%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 to all the zeroes, we might want to look at the average excluding zeroes. This average is higher than the original average</a:t>
                      </a:r>
                      <a:endParaRPr lang="en-GB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78933" marR="178933" marT="89466" marB="89466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14757"/>
                  </a:ext>
                </a:extLst>
              </a:tr>
              <a:tr h="1391001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ecluding zeroes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2575 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70279"/>
                  </a:ext>
                </a:extLst>
              </a:tr>
              <a:tr h="318835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2076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940974"/>
                  </a:ext>
                </a:extLst>
              </a:tr>
              <a:tr h="318835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ZA" sz="3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3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86" marR="10686" marT="1068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527295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F817ACD-F69C-18D0-0EDD-78A17AFEA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75948"/>
              </p:ext>
            </p:extLst>
          </p:nvPr>
        </p:nvGraphicFramePr>
        <p:xfrm>
          <a:off x="6907199" y="1530407"/>
          <a:ext cx="5050248" cy="179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562">
                  <a:extLst>
                    <a:ext uri="{9D8B030D-6E8A-4147-A177-3AD203B41FA5}">
                      <a16:colId xmlns:a16="http://schemas.microsoft.com/office/drawing/2014/main" val="4220996272"/>
                    </a:ext>
                  </a:extLst>
                </a:gridCol>
                <a:gridCol w="1262562">
                  <a:extLst>
                    <a:ext uri="{9D8B030D-6E8A-4147-A177-3AD203B41FA5}">
                      <a16:colId xmlns:a16="http://schemas.microsoft.com/office/drawing/2014/main" val="4181372800"/>
                    </a:ext>
                  </a:extLst>
                </a:gridCol>
                <a:gridCol w="1262562">
                  <a:extLst>
                    <a:ext uri="{9D8B030D-6E8A-4147-A177-3AD203B41FA5}">
                      <a16:colId xmlns:a16="http://schemas.microsoft.com/office/drawing/2014/main" val="3312397909"/>
                    </a:ext>
                  </a:extLst>
                </a:gridCol>
                <a:gridCol w="1262562">
                  <a:extLst>
                    <a:ext uri="{9D8B030D-6E8A-4147-A177-3AD203B41FA5}">
                      <a16:colId xmlns:a16="http://schemas.microsoft.com/office/drawing/2014/main" val="1608372588"/>
                    </a:ext>
                  </a:extLst>
                </a:gridCol>
              </a:tblGrid>
              <a:tr h="508575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Row Labels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Sum of default_ind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Count of cust_no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default rate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159603250"/>
                  </a:ext>
                </a:extLst>
              </a:tr>
              <a:tr h="311248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&lt; 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77,8%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115200904"/>
                  </a:ext>
                </a:extLst>
              </a:tr>
              <a:tr h="311248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 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28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85,7%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1817376"/>
                  </a:ext>
                </a:extLst>
              </a:tr>
              <a:tr h="311248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&gt; zero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7123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9930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71,7%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066599757"/>
                  </a:ext>
                </a:extLst>
              </a:tr>
              <a:tr h="311248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Grand Total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7168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9985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71,8%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1819842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0BB903-38CE-22BC-9744-EF7FA2876A96}"/>
              </a:ext>
            </a:extLst>
          </p:cNvPr>
          <p:cNvSpPr txBox="1"/>
          <p:nvPr/>
        </p:nvSpPr>
        <p:spPr>
          <a:xfrm>
            <a:off x="6907199" y="3683726"/>
            <a:ext cx="5050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data has fewer negative values and </a:t>
            </a:r>
            <a:r>
              <a:rPr lang="en-ZA" dirty="0" err="1"/>
              <a:t>zeors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Customers with zero value for feature 5 has a </a:t>
            </a:r>
            <a:r>
              <a:rPr lang="en-GB" dirty="0" err="1"/>
              <a:t>significnatly</a:t>
            </a:r>
            <a:r>
              <a:rPr lang="en-GB" dirty="0"/>
              <a:t> higher default rate than customers with </a:t>
            </a:r>
            <a:r>
              <a:rPr lang="en-Z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Customer with a positive value for feature 5 has lower default rate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71642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8F399-F7EF-37C4-A351-3CDE7A1EC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GB" dirty="0"/>
              <a:t>Actual vs Expected default rates</a:t>
            </a:r>
            <a:br>
              <a:rPr lang="en-GB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9676-F1CF-DAC9-7261-D4B1A58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4801009"/>
          </a:xfrm>
        </p:spPr>
        <p:txBody>
          <a:bodyPr/>
          <a:lstStyle/>
          <a:p>
            <a:r>
              <a:rPr lang="en-ZA" dirty="0"/>
              <a:t>By creating the </a:t>
            </a:r>
            <a:r>
              <a:rPr lang="en-ZA" dirty="0" err="1"/>
              <a:t>PDth</a:t>
            </a:r>
            <a:r>
              <a:rPr lang="en-ZA" dirty="0"/>
              <a:t> </a:t>
            </a:r>
            <a:r>
              <a:rPr lang="en-GB" dirty="0"/>
              <a:t>percentile of the PD value of each cell and rounding to 2 decimal places </a:t>
            </a:r>
          </a:p>
          <a:p>
            <a:endParaRPr lang="en-Z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9E94382-F7A1-4511-B430-377F96DC20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9218184"/>
              </p:ext>
            </p:extLst>
          </p:nvPr>
        </p:nvGraphicFramePr>
        <p:xfrm>
          <a:off x="2164981" y="2161017"/>
          <a:ext cx="5502166" cy="2755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A52848-6B3B-072E-7D6B-4DB971FB75F5}"/>
              </a:ext>
            </a:extLst>
          </p:cNvPr>
          <p:cNvSpPr txBox="1"/>
          <p:nvPr/>
        </p:nvSpPr>
        <p:spPr>
          <a:xfrm>
            <a:off x="1866637" y="5015547"/>
            <a:ext cx="70209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From zero to 35</a:t>
            </a:r>
            <a:r>
              <a:rPr lang="en-ZA" baseline="30000" dirty="0"/>
              <a:t>Th</a:t>
            </a:r>
            <a:r>
              <a:rPr lang="en-ZA" dirty="0"/>
              <a:t> percentile the graph is horizontal(constant) for both actual and expected </a:t>
            </a:r>
            <a:r>
              <a:rPr lang="en-ZA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defaults, and from ther</a:t>
            </a:r>
            <a:r>
              <a:rPr lang="en-ZA" dirty="0">
                <a:solidFill>
                  <a:srgbClr val="000000"/>
                </a:solidFill>
                <a:latin typeface="Calibri" panose="020F0502020204030204" pitchFamily="34" charset="0"/>
              </a:rPr>
              <a:t>e up to the 87</a:t>
            </a:r>
            <a:r>
              <a:rPr lang="en-ZA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Th</a:t>
            </a:r>
            <a:r>
              <a:rPr lang="en-ZA" dirty="0">
                <a:solidFill>
                  <a:srgbClr val="000000"/>
                </a:solidFill>
                <a:latin typeface="Calibri" panose="020F0502020204030204" pitchFamily="34" charset="0"/>
              </a:rPr>
              <a:t> percentile graph is increasing, from there onwards graph is decreasing.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000000"/>
                </a:solidFill>
                <a:latin typeface="Calibri" panose="020F0502020204030204" pitchFamily="34" charset="0"/>
              </a:rPr>
              <a:t> This decrease might cause a loss of power overtime.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rgbClr val="000000"/>
                </a:solidFill>
                <a:latin typeface="Calibri" panose="020F0502020204030204" pitchFamily="34" charset="0"/>
              </a:rPr>
              <a:t>This can be solved by updating parameter inputs overtime to make the more realistic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846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E4C641-B14F-8D82-B4DB-6B041C85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800"/>
              </a:spcAft>
            </a:pP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model metrics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0C19A1-CDE2-74EB-8130-F40BBCB16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680201"/>
              </p:ext>
            </p:extLst>
          </p:nvPr>
        </p:nvGraphicFramePr>
        <p:xfrm>
          <a:off x="54308" y="2403566"/>
          <a:ext cx="5501760" cy="2335149"/>
        </p:xfrm>
        <a:graphic>
          <a:graphicData uri="http://schemas.openxmlformats.org/drawingml/2006/table">
            <a:tbl>
              <a:tblPr/>
              <a:tblGrid>
                <a:gridCol w="2320172">
                  <a:extLst>
                    <a:ext uri="{9D8B030D-6E8A-4147-A177-3AD203B41FA5}">
                      <a16:colId xmlns:a16="http://schemas.microsoft.com/office/drawing/2014/main" val="467245848"/>
                    </a:ext>
                  </a:extLst>
                </a:gridCol>
                <a:gridCol w="1046098">
                  <a:extLst>
                    <a:ext uri="{9D8B030D-6E8A-4147-A177-3AD203B41FA5}">
                      <a16:colId xmlns:a16="http://schemas.microsoft.com/office/drawing/2014/main" val="686649442"/>
                    </a:ext>
                  </a:extLst>
                </a:gridCol>
                <a:gridCol w="1067745">
                  <a:extLst>
                    <a:ext uri="{9D8B030D-6E8A-4147-A177-3AD203B41FA5}">
                      <a16:colId xmlns:a16="http://schemas.microsoft.com/office/drawing/2014/main" val="1845287167"/>
                    </a:ext>
                  </a:extLst>
                </a:gridCol>
                <a:gridCol w="1067745">
                  <a:extLst>
                    <a:ext uri="{9D8B030D-6E8A-4147-A177-3AD203B41FA5}">
                      <a16:colId xmlns:a16="http://schemas.microsoft.com/office/drawing/2014/main" val="4132285104"/>
                    </a:ext>
                  </a:extLst>
                </a:gridCol>
              </a:tblGrid>
              <a:tr h="72948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Predicted class</a:t>
                      </a:r>
                      <a:endParaRPr lang="en-ZA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4320" marR="274320" marT="137160" marB="1371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805921"/>
                  </a:ext>
                </a:extLst>
              </a:tr>
              <a:tr h="505484">
                <a:tc row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 class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74320" marR="274320" marT="137160" marB="1371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y^=1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y^=0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314091"/>
                  </a:ext>
                </a:extLst>
              </a:tr>
              <a:tr h="50548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y=1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4492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66295"/>
                  </a:ext>
                </a:extLst>
              </a:tr>
              <a:tr h="50548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y=0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2471</a:t>
                      </a:r>
                      <a:endParaRPr lang="en-ZA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ZA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2627</a:t>
                      </a:r>
                      <a:endParaRPr lang="en-ZA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3" marR="16383" marT="1638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44480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1B99B7C-50CF-F4B8-250B-E51C66D27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56583"/>
              </p:ext>
            </p:extLst>
          </p:nvPr>
        </p:nvGraphicFramePr>
        <p:xfrm>
          <a:off x="5707863" y="2403566"/>
          <a:ext cx="6196756" cy="1666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189">
                  <a:extLst>
                    <a:ext uri="{9D8B030D-6E8A-4147-A177-3AD203B41FA5}">
                      <a16:colId xmlns:a16="http://schemas.microsoft.com/office/drawing/2014/main" val="2146781916"/>
                    </a:ext>
                  </a:extLst>
                </a:gridCol>
                <a:gridCol w="1549189">
                  <a:extLst>
                    <a:ext uri="{9D8B030D-6E8A-4147-A177-3AD203B41FA5}">
                      <a16:colId xmlns:a16="http://schemas.microsoft.com/office/drawing/2014/main" val="2600779083"/>
                    </a:ext>
                  </a:extLst>
                </a:gridCol>
                <a:gridCol w="1549189">
                  <a:extLst>
                    <a:ext uri="{9D8B030D-6E8A-4147-A177-3AD203B41FA5}">
                      <a16:colId xmlns:a16="http://schemas.microsoft.com/office/drawing/2014/main" val="2963047888"/>
                    </a:ext>
                  </a:extLst>
                </a:gridCol>
                <a:gridCol w="1549189">
                  <a:extLst>
                    <a:ext uri="{9D8B030D-6E8A-4147-A177-3AD203B41FA5}">
                      <a16:colId xmlns:a16="http://schemas.microsoft.com/office/drawing/2014/main" val="4125614205"/>
                    </a:ext>
                  </a:extLst>
                </a:gridCol>
              </a:tblGrid>
              <a:tr h="416743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TP rate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92%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Precision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92%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62875178"/>
                  </a:ext>
                </a:extLst>
              </a:tr>
              <a:tr h="416743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FP rate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14%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Recall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65%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74005794"/>
                  </a:ext>
                </a:extLst>
              </a:tr>
              <a:tr h="416743"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TN rate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87%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/>
                        <a:t>F1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/>
                        <a:t>76%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1132440"/>
                  </a:ext>
                </a:extLst>
              </a:tr>
              <a:tr h="416743"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FN rate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35%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dirty="0"/>
                        <a:t>F2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dirty="0"/>
                        <a:t>69%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0386599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ECF6FE-9814-5E34-B9C9-ECA6E081B751}"/>
              </a:ext>
            </a:extLst>
          </p:cNvPr>
          <p:cNvSpPr txBox="1"/>
          <p:nvPr/>
        </p:nvSpPr>
        <p:spPr>
          <a:xfrm>
            <a:off x="6093701" y="4272677"/>
            <a:ext cx="49987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precision is above 60%, that implies that the model is not so bad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FN parameter trumps the FP, the recall parameter is above 90% which implies that the model is performing well with respect to the positive class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The model has F1 value 76% as a whole the model not performing poor in</a:t>
            </a:r>
            <a:r>
              <a:rPr lang="en-GB" dirty="0"/>
              <a:t> contribution of both positive and negative classes,</a:t>
            </a:r>
            <a:r>
              <a:rPr lang="en-ZA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67E4A-2ABA-5AC6-F58F-4DFD815F6760}"/>
              </a:ext>
            </a:extLst>
          </p:cNvPr>
          <p:cNvSpPr txBox="1"/>
          <p:nvPr/>
        </p:nvSpPr>
        <p:spPr>
          <a:xfrm>
            <a:off x="348343" y="5138057"/>
            <a:ext cx="4789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increasing that increases the FP parameter and reduces the TP parameter, this can imply that the </a:t>
            </a:r>
            <a:r>
              <a:rPr lang="en-GB" dirty="0"/>
              <a:t>the model incorrectly predicts the positive class when the true class is negative</a:t>
            </a:r>
            <a:r>
              <a:rPr lang="en-GB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377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BF95-ECBD-CE53-AE80-D586EC2B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Ranking 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B99691-B338-F91B-9399-4506C1148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37224"/>
              </p:ext>
            </p:extLst>
          </p:nvPr>
        </p:nvGraphicFramePr>
        <p:xfrm>
          <a:off x="838201" y="1825624"/>
          <a:ext cx="5425965" cy="2725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B95C07-041A-1947-15E4-354314A45EEB}"/>
              </a:ext>
            </a:extLst>
          </p:cNvPr>
          <p:cNvSpPr txBox="1"/>
          <p:nvPr/>
        </p:nvSpPr>
        <p:spPr>
          <a:xfrm>
            <a:off x="6836229" y="1968137"/>
            <a:ext cx="424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The Gini coefficient </a:t>
            </a:r>
          </a:p>
        </p:txBody>
      </p:sp>
    </p:spTree>
    <p:extLst>
      <p:ext uri="{BB962C8B-B14F-4D97-AF65-F5344CB8AC3E}">
        <p14:creationId xmlns:p14="http://schemas.microsoft.com/office/powerpoint/2010/main" val="307392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816</Words>
  <Application>Microsoft Office PowerPoint</Application>
  <PresentationFormat>Widescreen</PresentationFormat>
  <Paragraphs>198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Söhne</vt:lpstr>
      <vt:lpstr>Office Theme</vt:lpstr>
      <vt:lpstr>Exploratory data analysis (EDA)  </vt:lpstr>
      <vt:lpstr>EDA for features 1</vt:lpstr>
      <vt:lpstr>EDA for features 3</vt:lpstr>
      <vt:lpstr>EDA for features 1</vt:lpstr>
      <vt:lpstr>Actual vs Expected default rates </vt:lpstr>
      <vt:lpstr>Key model metrics  </vt:lpstr>
      <vt:lpstr>Ranking ability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  </dc:title>
  <dc:creator>Luzuko Ntsentselele</dc:creator>
  <cp:lastModifiedBy>Luzuko Ntsentselele</cp:lastModifiedBy>
  <cp:revision>1</cp:revision>
  <dcterms:created xsi:type="dcterms:W3CDTF">2024-02-05T16:35:52Z</dcterms:created>
  <dcterms:modified xsi:type="dcterms:W3CDTF">2024-02-05T21:57:53Z</dcterms:modified>
</cp:coreProperties>
</file>